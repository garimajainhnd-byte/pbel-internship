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jpg" ContentType="image/jp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182113" y="8943933"/>
            <a:ext cx="1310640" cy="76835"/>
          </a:xfrm>
          <a:custGeom>
            <a:avLst/>
            <a:gdLst/>
            <a:ahLst/>
            <a:cxnLst/>
            <a:rect l="l" t="t" r="r" b="b"/>
            <a:pathLst>
              <a:path w="1310640" h="76834">
                <a:moveTo>
                  <a:pt x="386579" y="63556"/>
                </a:moveTo>
                <a:lnTo>
                  <a:pt x="463380" y="69832"/>
                </a:lnTo>
                <a:lnTo>
                  <a:pt x="511001" y="72620"/>
                </a:lnTo>
                <a:lnTo>
                  <a:pt x="558831" y="74619"/>
                </a:lnTo>
                <a:lnTo>
                  <a:pt x="606861" y="75823"/>
                </a:lnTo>
                <a:lnTo>
                  <a:pt x="655087" y="76256"/>
                </a:lnTo>
                <a:lnTo>
                  <a:pt x="703312" y="75823"/>
                </a:lnTo>
                <a:lnTo>
                  <a:pt x="751343" y="74619"/>
                </a:lnTo>
                <a:lnTo>
                  <a:pt x="799172" y="72620"/>
                </a:lnTo>
                <a:lnTo>
                  <a:pt x="846793" y="69832"/>
                </a:lnTo>
                <a:lnTo>
                  <a:pt x="894200" y="66263"/>
                </a:lnTo>
                <a:lnTo>
                  <a:pt x="923595" y="63556"/>
                </a:lnTo>
              </a:path>
              <a:path w="1310640" h="76834">
                <a:moveTo>
                  <a:pt x="190199" y="38156"/>
                </a:moveTo>
                <a:lnTo>
                  <a:pt x="228614" y="44291"/>
                </a:lnTo>
                <a:lnTo>
                  <a:pt x="275100" y="50925"/>
                </a:lnTo>
                <a:lnTo>
                  <a:pt x="321827" y="56803"/>
                </a:lnTo>
                <a:lnTo>
                  <a:pt x="368786" y="61917"/>
                </a:lnTo>
                <a:lnTo>
                  <a:pt x="386579" y="63556"/>
                </a:lnTo>
              </a:path>
              <a:path w="1310640" h="76834">
                <a:moveTo>
                  <a:pt x="923595" y="63556"/>
                </a:moveTo>
                <a:lnTo>
                  <a:pt x="941387" y="61917"/>
                </a:lnTo>
                <a:lnTo>
                  <a:pt x="988346" y="56803"/>
                </a:lnTo>
                <a:lnTo>
                  <a:pt x="1035073" y="50925"/>
                </a:lnTo>
                <a:lnTo>
                  <a:pt x="1081559" y="44291"/>
                </a:lnTo>
                <a:lnTo>
                  <a:pt x="1119974" y="38156"/>
                </a:lnTo>
              </a:path>
              <a:path w="1310640" h="76834">
                <a:moveTo>
                  <a:pt x="0" y="56"/>
                </a:moveTo>
                <a:lnTo>
                  <a:pt x="45192" y="10315"/>
                </a:lnTo>
                <a:lnTo>
                  <a:pt x="90656" y="19912"/>
                </a:lnTo>
                <a:lnTo>
                  <a:pt x="136385" y="28778"/>
                </a:lnTo>
                <a:lnTo>
                  <a:pt x="182373" y="36906"/>
                </a:lnTo>
                <a:lnTo>
                  <a:pt x="190199" y="38156"/>
                </a:lnTo>
              </a:path>
              <a:path w="1310640" h="76834">
                <a:moveTo>
                  <a:pt x="1119974" y="38156"/>
                </a:moveTo>
                <a:lnTo>
                  <a:pt x="1127800" y="36906"/>
                </a:lnTo>
                <a:lnTo>
                  <a:pt x="1173788" y="28778"/>
                </a:lnTo>
                <a:lnTo>
                  <a:pt x="1219517" y="19912"/>
                </a:lnTo>
                <a:lnTo>
                  <a:pt x="1264981" y="10315"/>
                </a:lnTo>
                <a:lnTo>
                  <a:pt x="1310146" y="0"/>
                </a:lnTo>
              </a:path>
            </a:pathLst>
          </a:custGeom>
          <a:ln w="18669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4008338" y="6047156"/>
            <a:ext cx="4279900" cy="2896870"/>
          </a:xfrm>
          <a:custGeom>
            <a:avLst/>
            <a:gdLst/>
            <a:ahLst/>
            <a:cxnLst/>
            <a:rect l="l" t="t" r="r" b="b"/>
            <a:pathLst>
              <a:path w="4279900" h="2896870">
                <a:moveTo>
                  <a:pt x="3631" y="0"/>
                </a:moveTo>
                <a:lnTo>
                  <a:pt x="3577" y="1235"/>
                </a:lnTo>
              </a:path>
              <a:path w="4279900" h="2896870">
                <a:moveTo>
                  <a:pt x="279" y="102833"/>
                </a:moveTo>
                <a:lnTo>
                  <a:pt x="0" y="144078"/>
                </a:lnTo>
                <a:lnTo>
                  <a:pt x="241" y="192304"/>
                </a:lnTo>
                <a:lnTo>
                  <a:pt x="1472" y="240336"/>
                </a:lnTo>
                <a:lnTo>
                  <a:pt x="1567" y="242532"/>
                </a:lnTo>
                <a:lnTo>
                  <a:pt x="3541" y="288163"/>
                </a:lnTo>
                <a:lnTo>
                  <a:pt x="6328" y="335784"/>
                </a:lnTo>
                <a:lnTo>
                  <a:pt x="9898" y="383192"/>
                </a:lnTo>
                <a:lnTo>
                  <a:pt x="14243" y="430378"/>
                </a:lnTo>
                <a:lnTo>
                  <a:pt x="19358" y="477338"/>
                </a:lnTo>
                <a:lnTo>
                  <a:pt x="25235" y="524064"/>
                </a:lnTo>
                <a:lnTo>
                  <a:pt x="31870" y="570551"/>
                </a:lnTo>
                <a:lnTo>
                  <a:pt x="39254" y="616791"/>
                </a:lnTo>
                <a:lnTo>
                  <a:pt x="47383" y="662779"/>
                </a:lnTo>
                <a:lnTo>
                  <a:pt x="56249" y="708509"/>
                </a:lnTo>
                <a:lnTo>
                  <a:pt x="65845" y="753973"/>
                </a:lnTo>
                <a:lnTo>
                  <a:pt x="76167" y="799165"/>
                </a:lnTo>
                <a:lnTo>
                  <a:pt x="87207" y="844079"/>
                </a:lnTo>
                <a:lnTo>
                  <a:pt x="98959" y="888710"/>
                </a:lnTo>
                <a:lnTo>
                  <a:pt x="111416" y="933049"/>
                </a:lnTo>
                <a:lnTo>
                  <a:pt x="124573" y="977091"/>
                </a:lnTo>
                <a:lnTo>
                  <a:pt x="138423" y="1020830"/>
                </a:lnTo>
                <a:lnTo>
                  <a:pt x="152958" y="1064258"/>
                </a:lnTo>
                <a:lnTo>
                  <a:pt x="168174" y="1107371"/>
                </a:lnTo>
                <a:lnTo>
                  <a:pt x="184064" y="1150161"/>
                </a:lnTo>
                <a:lnTo>
                  <a:pt x="200621" y="1192622"/>
                </a:lnTo>
                <a:lnTo>
                  <a:pt x="217838" y="1234747"/>
                </a:lnTo>
                <a:lnTo>
                  <a:pt x="235710" y="1276530"/>
                </a:lnTo>
                <a:lnTo>
                  <a:pt x="254231" y="1317966"/>
                </a:lnTo>
                <a:lnTo>
                  <a:pt x="273393" y="1359047"/>
                </a:lnTo>
                <a:lnTo>
                  <a:pt x="293190" y="1399766"/>
                </a:lnTo>
                <a:lnTo>
                  <a:pt x="313616" y="1440119"/>
                </a:lnTo>
                <a:lnTo>
                  <a:pt x="334665" y="1480098"/>
                </a:lnTo>
                <a:lnTo>
                  <a:pt x="356331" y="1519697"/>
                </a:lnTo>
                <a:lnTo>
                  <a:pt x="378606" y="1558909"/>
                </a:lnTo>
                <a:lnTo>
                  <a:pt x="401484" y="1597728"/>
                </a:lnTo>
                <a:lnTo>
                  <a:pt x="424960" y="1636148"/>
                </a:lnTo>
                <a:lnTo>
                  <a:pt x="449026" y="1674163"/>
                </a:lnTo>
                <a:lnTo>
                  <a:pt x="473676" y="1711765"/>
                </a:lnTo>
                <a:lnTo>
                  <a:pt x="498905" y="1748949"/>
                </a:lnTo>
                <a:lnTo>
                  <a:pt x="524705" y="1785709"/>
                </a:lnTo>
                <a:lnTo>
                  <a:pt x="551070" y="1822037"/>
                </a:lnTo>
                <a:lnTo>
                  <a:pt x="577994" y="1857928"/>
                </a:lnTo>
                <a:lnTo>
                  <a:pt x="605389" y="1893463"/>
                </a:lnTo>
                <a:lnTo>
                  <a:pt x="633493" y="1928371"/>
                </a:lnTo>
                <a:lnTo>
                  <a:pt x="662055" y="1962911"/>
                </a:lnTo>
                <a:lnTo>
                  <a:pt x="691150" y="1996988"/>
                </a:lnTo>
                <a:lnTo>
                  <a:pt x="720772" y="2030595"/>
                </a:lnTo>
                <a:lnTo>
                  <a:pt x="750914" y="2063726"/>
                </a:lnTo>
                <a:lnTo>
                  <a:pt x="781571" y="2096376"/>
                </a:lnTo>
                <a:lnTo>
                  <a:pt x="812736" y="2128537"/>
                </a:lnTo>
                <a:lnTo>
                  <a:pt x="844383" y="2160225"/>
                </a:lnTo>
                <a:lnTo>
                  <a:pt x="876562" y="2191367"/>
                </a:lnTo>
                <a:lnTo>
                  <a:pt x="909211" y="2222023"/>
                </a:lnTo>
                <a:lnTo>
                  <a:pt x="942343" y="2252166"/>
                </a:lnTo>
                <a:lnTo>
                  <a:pt x="975950" y="2281788"/>
                </a:lnTo>
                <a:lnTo>
                  <a:pt x="1010027" y="2310883"/>
                </a:lnTo>
                <a:lnTo>
                  <a:pt x="1044567" y="2339445"/>
                </a:lnTo>
                <a:lnTo>
                  <a:pt x="1079563" y="2367468"/>
                </a:lnTo>
                <a:lnTo>
                  <a:pt x="1115010" y="2394944"/>
                </a:lnTo>
                <a:lnTo>
                  <a:pt x="1150901" y="2421868"/>
                </a:lnTo>
                <a:lnTo>
                  <a:pt x="1187229" y="2448233"/>
                </a:lnTo>
                <a:lnTo>
                  <a:pt x="1223988" y="2474033"/>
                </a:lnTo>
                <a:lnTo>
                  <a:pt x="1261173" y="2499262"/>
                </a:lnTo>
                <a:lnTo>
                  <a:pt x="1298775" y="2523912"/>
                </a:lnTo>
                <a:lnTo>
                  <a:pt x="1336790" y="2547978"/>
                </a:lnTo>
                <a:lnTo>
                  <a:pt x="1375210" y="2571454"/>
                </a:lnTo>
                <a:lnTo>
                  <a:pt x="1414029" y="2594332"/>
                </a:lnTo>
                <a:lnTo>
                  <a:pt x="1453241" y="2616607"/>
                </a:lnTo>
                <a:lnTo>
                  <a:pt x="1492840" y="2638272"/>
                </a:lnTo>
                <a:lnTo>
                  <a:pt x="1532819" y="2659321"/>
                </a:lnTo>
                <a:lnTo>
                  <a:pt x="1573171" y="2679748"/>
                </a:lnTo>
                <a:lnTo>
                  <a:pt x="1613891" y="2699545"/>
                </a:lnTo>
                <a:lnTo>
                  <a:pt x="1654972" y="2718707"/>
                </a:lnTo>
                <a:lnTo>
                  <a:pt x="1696407" y="2737227"/>
                </a:lnTo>
                <a:lnTo>
                  <a:pt x="1738191" y="2755100"/>
                </a:lnTo>
                <a:lnTo>
                  <a:pt x="1780316" y="2772317"/>
                </a:lnTo>
                <a:lnTo>
                  <a:pt x="1822777" y="2788874"/>
                </a:lnTo>
                <a:lnTo>
                  <a:pt x="1865567" y="2804764"/>
                </a:lnTo>
                <a:lnTo>
                  <a:pt x="1908679" y="2819980"/>
                </a:lnTo>
                <a:lnTo>
                  <a:pt x="1952108" y="2834515"/>
                </a:lnTo>
                <a:lnTo>
                  <a:pt x="1995847" y="2848365"/>
                </a:lnTo>
                <a:lnTo>
                  <a:pt x="2039889" y="2861521"/>
                </a:lnTo>
                <a:lnTo>
                  <a:pt x="2084228" y="2873979"/>
                </a:lnTo>
                <a:lnTo>
                  <a:pt x="2128858" y="2885731"/>
                </a:lnTo>
                <a:lnTo>
                  <a:pt x="2173773" y="2896833"/>
                </a:lnTo>
              </a:path>
              <a:path w="4279900" h="2896870">
                <a:moveTo>
                  <a:pt x="3483947" y="2896833"/>
                </a:moveTo>
                <a:lnTo>
                  <a:pt x="3528861" y="2885731"/>
                </a:lnTo>
                <a:lnTo>
                  <a:pt x="3573491" y="2873979"/>
                </a:lnTo>
                <a:lnTo>
                  <a:pt x="3617831" y="2861521"/>
                </a:lnTo>
                <a:lnTo>
                  <a:pt x="3661873" y="2848365"/>
                </a:lnTo>
                <a:lnTo>
                  <a:pt x="3705612" y="2834515"/>
                </a:lnTo>
                <a:lnTo>
                  <a:pt x="3749040" y="2819980"/>
                </a:lnTo>
                <a:lnTo>
                  <a:pt x="3792153" y="2804764"/>
                </a:lnTo>
                <a:lnTo>
                  <a:pt x="3834943" y="2788874"/>
                </a:lnTo>
                <a:lnTo>
                  <a:pt x="3877403" y="2772317"/>
                </a:lnTo>
                <a:lnTo>
                  <a:pt x="3919529" y="2755100"/>
                </a:lnTo>
                <a:lnTo>
                  <a:pt x="3961312" y="2737227"/>
                </a:lnTo>
                <a:lnTo>
                  <a:pt x="4002748" y="2718707"/>
                </a:lnTo>
                <a:lnTo>
                  <a:pt x="4043828" y="2699545"/>
                </a:lnTo>
                <a:lnTo>
                  <a:pt x="4084548" y="2679748"/>
                </a:lnTo>
                <a:lnTo>
                  <a:pt x="4124901" y="2659321"/>
                </a:lnTo>
                <a:lnTo>
                  <a:pt x="4164880" y="2638272"/>
                </a:lnTo>
                <a:lnTo>
                  <a:pt x="4204478" y="2616607"/>
                </a:lnTo>
                <a:lnTo>
                  <a:pt x="4243691" y="2594332"/>
                </a:lnTo>
                <a:lnTo>
                  <a:pt x="4279662" y="2573132"/>
                </a:lnTo>
              </a:path>
            </a:pathLst>
          </a:custGeom>
          <a:ln w="18669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1121" y="822222"/>
            <a:ext cx="347205" cy="40957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892" y="986838"/>
            <a:ext cx="442361" cy="244958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2583238" y="3068707"/>
            <a:ext cx="751205" cy="587375"/>
          </a:xfrm>
          <a:custGeom>
            <a:avLst/>
            <a:gdLst/>
            <a:ahLst/>
            <a:cxnLst/>
            <a:rect l="l" t="t" r="r" b="b"/>
            <a:pathLst>
              <a:path w="751204" h="587375">
                <a:moveTo>
                  <a:pt x="295212" y="587127"/>
                </a:moveTo>
                <a:lnTo>
                  <a:pt x="0" y="587127"/>
                </a:lnTo>
                <a:lnTo>
                  <a:pt x="0" y="341061"/>
                </a:lnTo>
                <a:lnTo>
                  <a:pt x="2445" y="283708"/>
                </a:lnTo>
                <a:lnTo>
                  <a:pt x="9779" y="232040"/>
                </a:lnTo>
                <a:lnTo>
                  <a:pt x="21996" y="186054"/>
                </a:lnTo>
                <a:lnTo>
                  <a:pt x="39092" y="145743"/>
                </a:lnTo>
                <a:lnTo>
                  <a:pt x="61063" y="111104"/>
                </a:lnTo>
                <a:lnTo>
                  <a:pt x="87904" y="82131"/>
                </a:lnTo>
                <a:lnTo>
                  <a:pt x="126019" y="53751"/>
                </a:lnTo>
                <a:lnTo>
                  <a:pt x="170104" y="31348"/>
                </a:lnTo>
                <a:lnTo>
                  <a:pt x="220150" y="14922"/>
                </a:lnTo>
                <a:lnTo>
                  <a:pt x="276148" y="4472"/>
                </a:lnTo>
                <a:lnTo>
                  <a:pt x="338092" y="0"/>
                </a:lnTo>
                <a:lnTo>
                  <a:pt x="339485" y="111104"/>
                </a:lnTo>
                <a:lnTo>
                  <a:pt x="339577" y="118414"/>
                </a:lnTo>
                <a:lnTo>
                  <a:pt x="282526" y="128785"/>
                </a:lnTo>
                <a:lnTo>
                  <a:pt x="239517" y="146512"/>
                </a:lnTo>
                <a:lnTo>
                  <a:pt x="209308" y="171808"/>
                </a:lnTo>
                <a:lnTo>
                  <a:pt x="190657" y="204883"/>
                </a:lnTo>
                <a:lnTo>
                  <a:pt x="182323" y="245948"/>
                </a:lnTo>
                <a:lnTo>
                  <a:pt x="183064" y="295212"/>
                </a:lnTo>
                <a:lnTo>
                  <a:pt x="295212" y="295212"/>
                </a:lnTo>
                <a:lnTo>
                  <a:pt x="295212" y="587127"/>
                </a:lnTo>
                <a:close/>
              </a:path>
              <a:path w="751204" h="587375">
                <a:moveTo>
                  <a:pt x="707850" y="587127"/>
                </a:moveTo>
                <a:lnTo>
                  <a:pt x="412638" y="587127"/>
                </a:lnTo>
                <a:lnTo>
                  <a:pt x="412638" y="341061"/>
                </a:lnTo>
                <a:lnTo>
                  <a:pt x="415083" y="283708"/>
                </a:lnTo>
                <a:lnTo>
                  <a:pt x="422417" y="232040"/>
                </a:lnTo>
                <a:lnTo>
                  <a:pt x="434634" y="186054"/>
                </a:lnTo>
                <a:lnTo>
                  <a:pt x="451731" y="145743"/>
                </a:lnTo>
                <a:lnTo>
                  <a:pt x="473701" y="111104"/>
                </a:lnTo>
                <a:lnTo>
                  <a:pt x="500542" y="82131"/>
                </a:lnTo>
                <a:lnTo>
                  <a:pt x="538658" y="53751"/>
                </a:lnTo>
                <a:lnTo>
                  <a:pt x="582742" y="31348"/>
                </a:lnTo>
                <a:lnTo>
                  <a:pt x="632788" y="14922"/>
                </a:lnTo>
                <a:lnTo>
                  <a:pt x="688787" y="4472"/>
                </a:lnTo>
                <a:lnTo>
                  <a:pt x="750730" y="0"/>
                </a:lnTo>
                <a:lnTo>
                  <a:pt x="750730" y="119569"/>
                </a:lnTo>
                <a:lnTo>
                  <a:pt x="693790" y="129796"/>
                </a:lnTo>
                <a:lnTo>
                  <a:pt x="651056" y="147294"/>
                </a:lnTo>
                <a:lnTo>
                  <a:pt x="621204" y="172324"/>
                </a:lnTo>
                <a:lnTo>
                  <a:pt x="602910" y="205146"/>
                </a:lnTo>
                <a:lnTo>
                  <a:pt x="594851" y="246022"/>
                </a:lnTo>
                <a:lnTo>
                  <a:pt x="595703" y="295212"/>
                </a:lnTo>
                <a:lnTo>
                  <a:pt x="707850" y="295212"/>
                </a:lnTo>
                <a:lnTo>
                  <a:pt x="707850" y="587127"/>
                </a:lnTo>
                <a:close/>
              </a:path>
            </a:pathLst>
          </a:custGeom>
          <a:solidFill>
            <a:srgbClr val="FFFFFF">
              <a:alpha val="1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819696" y="894841"/>
            <a:ext cx="1004569" cy="315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0" i="0">
                <a:solidFill>
                  <a:schemeClr val="bg1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bg1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chemeClr val="bg1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chemeClr val="bg1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chemeClr val="bg1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1899" y="577581"/>
            <a:ext cx="12818523" cy="2197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0" i="0">
                <a:solidFill>
                  <a:schemeClr val="bg1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06925" y="1918678"/>
            <a:ext cx="11294110" cy="6826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bg1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jp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399963" y="7896190"/>
            <a:ext cx="1310640" cy="76835"/>
          </a:xfrm>
          <a:custGeom>
            <a:avLst/>
            <a:gdLst/>
            <a:ahLst/>
            <a:cxnLst/>
            <a:rect l="l" t="t" r="r" b="b"/>
            <a:pathLst>
              <a:path w="1310640" h="76834">
                <a:moveTo>
                  <a:pt x="386082" y="63519"/>
                </a:moveTo>
                <a:lnTo>
                  <a:pt x="463380" y="69841"/>
                </a:lnTo>
                <a:lnTo>
                  <a:pt x="511001" y="72628"/>
                </a:lnTo>
                <a:lnTo>
                  <a:pt x="558831" y="74627"/>
                </a:lnTo>
                <a:lnTo>
                  <a:pt x="606861" y="75831"/>
                </a:lnTo>
                <a:lnTo>
                  <a:pt x="655087" y="76219"/>
                </a:lnTo>
                <a:lnTo>
                  <a:pt x="703312" y="75831"/>
                </a:lnTo>
                <a:lnTo>
                  <a:pt x="751343" y="74627"/>
                </a:lnTo>
                <a:lnTo>
                  <a:pt x="799172" y="72628"/>
                </a:lnTo>
                <a:lnTo>
                  <a:pt x="846793" y="69841"/>
                </a:lnTo>
                <a:lnTo>
                  <a:pt x="894200" y="66271"/>
                </a:lnTo>
                <a:lnTo>
                  <a:pt x="924091" y="63519"/>
                </a:lnTo>
              </a:path>
              <a:path w="1310640" h="76834">
                <a:moveTo>
                  <a:pt x="189913" y="38119"/>
                </a:moveTo>
                <a:lnTo>
                  <a:pt x="228614" y="44299"/>
                </a:lnTo>
                <a:lnTo>
                  <a:pt x="275100" y="50933"/>
                </a:lnTo>
                <a:lnTo>
                  <a:pt x="321827" y="56811"/>
                </a:lnTo>
                <a:lnTo>
                  <a:pt x="368786" y="61926"/>
                </a:lnTo>
                <a:lnTo>
                  <a:pt x="386082" y="63519"/>
                </a:lnTo>
              </a:path>
              <a:path w="1310640" h="76834">
                <a:moveTo>
                  <a:pt x="924091" y="63519"/>
                </a:moveTo>
                <a:lnTo>
                  <a:pt x="941387" y="61926"/>
                </a:lnTo>
                <a:lnTo>
                  <a:pt x="988346" y="56811"/>
                </a:lnTo>
                <a:lnTo>
                  <a:pt x="1035073" y="50933"/>
                </a:lnTo>
                <a:lnTo>
                  <a:pt x="1081559" y="44299"/>
                </a:lnTo>
                <a:lnTo>
                  <a:pt x="1120260" y="38119"/>
                </a:lnTo>
              </a:path>
              <a:path w="1310640" h="76834">
                <a:moveTo>
                  <a:pt x="0" y="19"/>
                </a:moveTo>
                <a:lnTo>
                  <a:pt x="45192" y="10323"/>
                </a:lnTo>
                <a:lnTo>
                  <a:pt x="90656" y="19920"/>
                </a:lnTo>
                <a:lnTo>
                  <a:pt x="136385" y="28786"/>
                </a:lnTo>
                <a:lnTo>
                  <a:pt x="182373" y="36914"/>
                </a:lnTo>
                <a:lnTo>
                  <a:pt x="189913" y="38119"/>
                </a:lnTo>
              </a:path>
              <a:path w="1310640" h="76834">
                <a:moveTo>
                  <a:pt x="1120260" y="38119"/>
                </a:moveTo>
                <a:lnTo>
                  <a:pt x="1127800" y="36914"/>
                </a:lnTo>
                <a:lnTo>
                  <a:pt x="1173788" y="28786"/>
                </a:lnTo>
                <a:lnTo>
                  <a:pt x="1219517" y="19920"/>
                </a:lnTo>
                <a:lnTo>
                  <a:pt x="1264981" y="10323"/>
                </a:lnTo>
                <a:lnTo>
                  <a:pt x="1310183" y="0"/>
                </a:lnTo>
              </a:path>
            </a:pathLst>
          </a:custGeom>
          <a:ln w="18669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226189" y="4999417"/>
            <a:ext cx="5657850" cy="2896870"/>
          </a:xfrm>
          <a:custGeom>
            <a:avLst/>
            <a:gdLst/>
            <a:ahLst/>
            <a:cxnLst/>
            <a:rect l="l" t="t" r="r" b="b"/>
            <a:pathLst>
              <a:path w="5657850" h="2896870">
                <a:moveTo>
                  <a:pt x="3628" y="3"/>
                </a:moveTo>
                <a:lnTo>
                  <a:pt x="3576" y="1193"/>
                </a:lnTo>
              </a:path>
              <a:path w="5657850" h="2896870">
                <a:moveTo>
                  <a:pt x="280" y="102791"/>
                </a:moveTo>
                <a:lnTo>
                  <a:pt x="0" y="144082"/>
                </a:lnTo>
                <a:lnTo>
                  <a:pt x="242" y="192308"/>
                </a:lnTo>
                <a:lnTo>
                  <a:pt x="1474" y="240340"/>
                </a:lnTo>
                <a:lnTo>
                  <a:pt x="3541" y="288167"/>
                </a:lnTo>
                <a:lnTo>
                  <a:pt x="6328" y="335788"/>
                </a:lnTo>
                <a:lnTo>
                  <a:pt x="9898" y="383195"/>
                </a:lnTo>
                <a:lnTo>
                  <a:pt x="14243" y="430382"/>
                </a:lnTo>
                <a:lnTo>
                  <a:pt x="19358" y="477341"/>
                </a:lnTo>
                <a:lnTo>
                  <a:pt x="25236" y="524068"/>
                </a:lnTo>
                <a:lnTo>
                  <a:pt x="31870" y="570554"/>
                </a:lnTo>
                <a:lnTo>
                  <a:pt x="39255" y="616795"/>
                </a:lnTo>
                <a:lnTo>
                  <a:pt x="47383" y="662783"/>
                </a:lnTo>
                <a:lnTo>
                  <a:pt x="56249" y="708512"/>
                </a:lnTo>
                <a:lnTo>
                  <a:pt x="65846" y="753976"/>
                </a:lnTo>
                <a:lnTo>
                  <a:pt x="76167" y="799169"/>
                </a:lnTo>
                <a:lnTo>
                  <a:pt x="87207" y="844083"/>
                </a:lnTo>
                <a:lnTo>
                  <a:pt x="98959" y="888713"/>
                </a:lnTo>
                <a:lnTo>
                  <a:pt x="111417" y="933052"/>
                </a:lnTo>
                <a:lnTo>
                  <a:pt x="124573" y="977095"/>
                </a:lnTo>
                <a:lnTo>
                  <a:pt x="138423" y="1020833"/>
                </a:lnTo>
                <a:lnTo>
                  <a:pt x="152959" y="1064262"/>
                </a:lnTo>
                <a:lnTo>
                  <a:pt x="168174" y="1107375"/>
                </a:lnTo>
                <a:lnTo>
                  <a:pt x="184064" y="1150164"/>
                </a:lnTo>
                <a:lnTo>
                  <a:pt x="200621" y="1192625"/>
                </a:lnTo>
                <a:lnTo>
                  <a:pt x="217838" y="1234750"/>
                </a:lnTo>
                <a:lnTo>
                  <a:pt x="235711" y="1276534"/>
                </a:lnTo>
                <a:lnTo>
                  <a:pt x="254231" y="1317969"/>
                </a:lnTo>
                <a:lnTo>
                  <a:pt x="273393" y="1359050"/>
                </a:lnTo>
                <a:lnTo>
                  <a:pt x="293190" y="1399770"/>
                </a:lnTo>
                <a:lnTo>
                  <a:pt x="313617" y="1440123"/>
                </a:lnTo>
                <a:lnTo>
                  <a:pt x="334666" y="1480101"/>
                </a:lnTo>
                <a:lnTo>
                  <a:pt x="356331" y="1519700"/>
                </a:lnTo>
                <a:lnTo>
                  <a:pt x="378606" y="1558912"/>
                </a:lnTo>
                <a:lnTo>
                  <a:pt x="401484" y="1597732"/>
                </a:lnTo>
                <a:lnTo>
                  <a:pt x="424960" y="1636152"/>
                </a:lnTo>
                <a:lnTo>
                  <a:pt x="449026" y="1674166"/>
                </a:lnTo>
                <a:lnTo>
                  <a:pt x="473677" y="1711769"/>
                </a:lnTo>
                <a:lnTo>
                  <a:pt x="498905" y="1748953"/>
                </a:lnTo>
                <a:lnTo>
                  <a:pt x="524705" y="1785712"/>
                </a:lnTo>
                <a:lnTo>
                  <a:pt x="551070" y="1822041"/>
                </a:lnTo>
                <a:lnTo>
                  <a:pt x="577994" y="1857931"/>
                </a:lnTo>
                <a:lnTo>
                  <a:pt x="605417" y="1893436"/>
                </a:lnTo>
                <a:lnTo>
                  <a:pt x="633493" y="1928375"/>
                </a:lnTo>
                <a:lnTo>
                  <a:pt x="662055" y="1962914"/>
                </a:lnTo>
                <a:lnTo>
                  <a:pt x="691150" y="1996991"/>
                </a:lnTo>
                <a:lnTo>
                  <a:pt x="720772" y="2030599"/>
                </a:lnTo>
                <a:lnTo>
                  <a:pt x="750915" y="2063730"/>
                </a:lnTo>
                <a:lnTo>
                  <a:pt x="781571" y="2096379"/>
                </a:lnTo>
                <a:lnTo>
                  <a:pt x="812736" y="2128540"/>
                </a:lnTo>
                <a:lnTo>
                  <a:pt x="844402" y="2160206"/>
                </a:lnTo>
                <a:lnTo>
                  <a:pt x="876562" y="2191370"/>
                </a:lnTo>
                <a:lnTo>
                  <a:pt x="909212" y="2222027"/>
                </a:lnTo>
                <a:lnTo>
                  <a:pt x="942343" y="2252170"/>
                </a:lnTo>
                <a:lnTo>
                  <a:pt x="975950" y="2281792"/>
                </a:lnTo>
                <a:lnTo>
                  <a:pt x="1010027" y="2310887"/>
                </a:lnTo>
                <a:lnTo>
                  <a:pt x="1044567" y="2339449"/>
                </a:lnTo>
                <a:lnTo>
                  <a:pt x="1079564" y="2367471"/>
                </a:lnTo>
                <a:lnTo>
                  <a:pt x="1115010" y="2394948"/>
                </a:lnTo>
                <a:lnTo>
                  <a:pt x="1150901" y="2421872"/>
                </a:lnTo>
                <a:lnTo>
                  <a:pt x="1187229" y="2448237"/>
                </a:lnTo>
                <a:lnTo>
                  <a:pt x="1223989" y="2474037"/>
                </a:lnTo>
                <a:lnTo>
                  <a:pt x="1261173" y="2499265"/>
                </a:lnTo>
                <a:lnTo>
                  <a:pt x="1298775" y="2523916"/>
                </a:lnTo>
                <a:lnTo>
                  <a:pt x="1336790" y="2547982"/>
                </a:lnTo>
                <a:lnTo>
                  <a:pt x="1375210" y="2571457"/>
                </a:lnTo>
                <a:lnTo>
                  <a:pt x="1414029" y="2594336"/>
                </a:lnTo>
                <a:lnTo>
                  <a:pt x="1453242" y="2616611"/>
                </a:lnTo>
                <a:lnTo>
                  <a:pt x="1492840" y="2638276"/>
                </a:lnTo>
                <a:lnTo>
                  <a:pt x="1532819" y="2659325"/>
                </a:lnTo>
                <a:lnTo>
                  <a:pt x="1573172" y="2679751"/>
                </a:lnTo>
                <a:lnTo>
                  <a:pt x="1613892" y="2699549"/>
                </a:lnTo>
                <a:lnTo>
                  <a:pt x="1654972" y="2718711"/>
                </a:lnTo>
                <a:lnTo>
                  <a:pt x="1696408" y="2737231"/>
                </a:lnTo>
                <a:lnTo>
                  <a:pt x="1738191" y="2755103"/>
                </a:lnTo>
                <a:lnTo>
                  <a:pt x="1780317" y="2772321"/>
                </a:lnTo>
                <a:lnTo>
                  <a:pt x="1822777" y="2788878"/>
                </a:lnTo>
                <a:lnTo>
                  <a:pt x="1865567" y="2804767"/>
                </a:lnTo>
                <a:lnTo>
                  <a:pt x="1908680" y="2819983"/>
                </a:lnTo>
                <a:lnTo>
                  <a:pt x="1952108" y="2834519"/>
                </a:lnTo>
                <a:lnTo>
                  <a:pt x="1995847" y="2848368"/>
                </a:lnTo>
                <a:lnTo>
                  <a:pt x="2039889" y="2861525"/>
                </a:lnTo>
                <a:lnTo>
                  <a:pt x="2084229" y="2873982"/>
                </a:lnTo>
                <a:lnTo>
                  <a:pt x="2128859" y="2885734"/>
                </a:lnTo>
                <a:lnTo>
                  <a:pt x="2173773" y="2896791"/>
                </a:lnTo>
              </a:path>
              <a:path w="5657850" h="2896870">
                <a:moveTo>
                  <a:pt x="3483947" y="2896791"/>
                </a:moveTo>
                <a:lnTo>
                  <a:pt x="3528862" y="2885734"/>
                </a:lnTo>
                <a:lnTo>
                  <a:pt x="3573492" y="2873982"/>
                </a:lnTo>
                <a:lnTo>
                  <a:pt x="3617831" y="2861525"/>
                </a:lnTo>
                <a:lnTo>
                  <a:pt x="3661873" y="2848368"/>
                </a:lnTo>
                <a:lnTo>
                  <a:pt x="3705612" y="2834519"/>
                </a:lnTo>
                <a:lnTo>
                  <a:pt x="3749040" y="2819983"/>
                </a:lnTo>
                <a:lnTo>
                  <a:pt x="3792153" y="2804767"/>
                </a:lnTo>
                <a:lnTo>
                  <a:pt x="3834943" y="2788878"/>
                </a:lnTo>
                <a:lnTo>
                  <a:pt x="3877404" y="2772321"/>
                </a:lnTo>
                <a:lnTo>
                  <a:pt x="3919529" y="2755103"/>
                </a:lnTo>
                <a:lnTo>
                  <a:pt x="3961312" y="2737231"/>
                </a:lnTo>
                <a:lnTo>
                  <a:pt x="4002748" y="2718711"/>
                </a:lnTo>
                <a:lnTo>
                  <a:pt x="4043829" y="2699549"/>
                </a:lnTo>
                <a:lnTo>
                  <a:pt x="4084549" y="2679751"/>
                </a:lnTo>
                <a:lnTo>
                  <a:pt x="4124901" y="2659325"/>
                </a:lnTo>
                <a:lnTo>
                  <a:pt x="4164880" y="2638276"/>
                </a:lnTo>
                <a:lnTo>
                  <a:pt x="4204479" y="2616611"/>
                </a:lnTo>
                <a:lnTo>
                  <a:pt x="4243691" y="2594336"/>
                </a:lnTo>
                <a:lnTo>
                  <a:pt x="4282510" y="2571457"/>
                </a:lnTo>
                <a:lnTo>
                  <a:pt x="4320930" y="2547982"/>
                </a:lnTo>
                <a:lnTo>
                  <a:pt x="4358945" y="2523916"/>
                </a:lnTo>
                <a:lnTo>
                  <a:pt x="4396547" y="2499265"/>
                </a:lnTo>
                <a:lnTo>
                  <a:pt x="4433732" y="2474037"/>
                </a:lnTo>
                <a:lnTo>
                  <a:pt x="4470491" y="2448237"/>
                </a:lnTo>
                <a:lnTo>
                  <a:pt x="4506819" y="2421872"/>
                </a:lnTo>
                <a:lnTo>
                  <a:pt x="4542710" y="2394948"/>
                </a:lnTo>
                <a:lnTo>
                  <a:pt x="4578157" y="2367471"/>
                </a:lnTo>
                <a:lnTo>
                  <a:pt x="4613153" y="2339449"/>
                </a:lnTo>
                <a:lnTo>
                  <a:pt x="4647693" y="2310887"/>
                </a:lnTo>
                <a:lnTo>
                  <a:pt x="4681770" y="2281792"/>
                </a:lnTo>
                <a:lnTo>
                  <a:pt x="4715377" y="2252170"/>
                </a:lnTo>
                <a:lnTo>
                  <a:pt x="4748509" y="2222027"/>
                </a:lnTo>
                <a:lnTo>
                  <a:pt x="4781158" y="2191370"/>
                </a:lnTo>
                <a:lnTo>
                  <a:pt x="4813319" y="2160206"/>
                </a:lnTo>
                <a:lnTo>
                  <a:pt x="4844984" y="2128540"/>
                </a:lnTo>
                <a:lnTo>
                  <a:pt x="4876149" y="2096379"/>
                </a:lnTo>
                <a:lnTo>
                  <a:pt x="4906805" y="2063730"/>
                </a:lnTo>
                <a:lnTo>
                  <a:pt x="4936948" y="2030599"/>
                </a:lnTo>
                <a:lnTo>
                  <a:pt x="4966570" y="1996991"/>
                </a:lnTo>
                <a:lnTo>
                  <a:pt x="4995665" y="1962914"/>
                </a:lnTo>
                <a:lnTo>
                  <a:pt x="5024227" y="1928375"/>
                </a:lnTo>
                <a:lnTo>
                  <a:pt x="5052307" y="1893420"/>
                </a:lnTo>
                <a:lnTo>
                  <a:pt x="5079726" y="1857931"/>
                </a:lnTo>
                <a:lnTo>
                  <a:pt x="5106650" y="1822041"/>
                </a:lnTo>
                <a:lnTo>
                  <a:pt x="5133015" y="1785712"/>
                </a:lnTo>
                <a:lnTo>
                  <a:pt x="5158815" y="1748953"/>
                </a:lnTo>
                <a:lnTo>
                  <a:pt x="5184044" y="1711769"/>
                </a:lnTo>
                <a:lnTo>
                  <a:pt x="5208694" y="1674166"/>
                </a:lnTo>
                <a:lnTo>
                  <a:pt x="5232760" y="1636152"/>
                </a:lnTo>
                <a:lnTo>
                  <a:pt x="5256236" y="1597732"/>
                </a:lnTo>
                <a:lnTo>
                  <a:pt x="5279114" y="1558912"/>
                </a:lnTo>
                <a:lnTo>
                  <a:pt x="5301389" y="1519700"/>
                </a:lnTo>
                <a:lnTo>
                  <a:pt x="5323054" y="1480101"/>
                </a:lnTo>
                <a:lnTo>
                  <a:pt x="5344103" y="1440123"/>
                </a:lnTo>
                <a:lnTo>
                  <a:pt x="5364530" y="1399770"/>
                </a:lnTo>
                <a:lnTo>
                  <a:pt x="5384327" y="1359050"/>
                </a:lnTo>
                <a:lnTo>
                  <a:pt x="5403489" y="1317969"/>
                </a:lnTo>
                <a:lnTo>
                  <a:pt x="5422010" y="1276534"/>
                </a:lnTo>
                <a:lnTo>
                  <a:pt x="5439882" y="1234750"/>
                </a:lnTo>
                <a:lnTo>
                  <a:pt x="5457099" y="1192625"/>
                </a:lnTo>
                <a:lnTo>
                  <a:pt x="5473656" y="1150164"/>
                </a:lnTo>
                <a:lnTo>
                  <a:pt x="5489546" y="1107375"/>
                </a:lnTo>
                <a:lnTo>
                  <a:pt x="5504762" y="1064262"/>
                </a:lnTo>
                <a:lnTo>
                  <a:pt x="5519297" y="1020833"/>
                </a:lnTo>
                <a:lnTo>
                  <a:pt x="5533147" y="977095"/>
                </a:lnTo>
                <a:lnTo>
                  <a:pt x="5546303" y="933052"/>
                </a:lnTo>
                <a:lnTo>
                  <a:pt x="5558761" y="888713"/>
                </a:lnTo>
                <a:lnTo>
                  <a:pt x="5570513" y="844083"/>
                </a:lnTo>
                <a:lnTo>
                  <a:pt x="5581553" y="799169"/>
                </a:lnTo>
                <a:lnTo>
                  <a:pt x="5591874" y="753976"/>
                </a:lnTo>
                <a:lnTo>
                  <a:pt x="5601471" y="708512"/>
                </a:lnTo>
                <a:lnTo>
                  <a:pt x="5610337" y="662783"/>
                </a:lnTo>
                <a:lnTo>
                  <a:pt x="5618466" y="616795"/>
                </a:lnTo>
                <a:lnTo>
                  <a:pt x="5625850" y="570554"/>
                </a:lnTo>
                <a:lnTo>
                  <a:pt x="5632485" y="524068"/>
                </a:lnTo>
                <a:lnTo>
                  <a:pt x="5638362" y="477341"/>
                </a:lnTo>
                <a:lnTo>
                  <a:pt x="5643477" y="430382"/>
                </a:lnTo>
                <a:lnTo>
                  <a:pt x="5647822" y="383195"/>
                </a:lnTo>
                <a:lnTo>
                  <a:pt x="5651392" y="335788"/>
                </a:lnTo>
                <a:lnTo>
                  <a:pt x="5654179" y="288167"/>
                </a:lnTo>
                <a:lnTo>
                  <a:pt x="5656089" y="242487"/>
                </a:lnTo>
                <a:lnTo>
                  <a:pt x="5657478" y="192308"/>
                </a:lnTo>
                <a:lnTo>
                  <a:pt x="5657725" y="153591"/>
                </a:lnTo>
                <a:lnTo>
                  <a:pt x="5657661" y="144082"/>
                </a:lnTo>
                <a:lnTo>
                  <a:pt x="5657422" y="102791"/>
                </a:lnTo>
              </a:path>
              <a:path w="5657850" h="2896870">
                <a:moveTo>
                  <a:pt x="5656283" y="51989"/>
                </a:moveTo>
                <a:lnTo>
                  <a:pt x="5656110" y="47828"/>
                </a:lnTo>
                <a:lnTo>
                  <a:pt x="5654228" y="1189"/>
                </a:lnTo>
                <a:lnTo>
                  <a:pt x="5654139" y="0"/>
                </a:lnTo>
              </a:path>
            </a:pathLst>
          </a:custGeom>
          <a:ln w="18669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1057814" y="7896190"/>
            <a:ext cx="1310640" cy="76835"/>
          </a:xfrm>
          <a:custGeom>
            <a:avLst/>
            <a:gdLst/>
            <a:ahLst/>
            <a:cxnLst/>
            <a:rect l="l" t="t" r="r" b="b"/>
            <a:pathLst>
              <a:path w="1310640" h="76834">
                <a:moveTo>
                  <a:pt x="386082" y="63519"/>
                </a:moveTo>
                <a:lnTo>
                  <a:pt x="463380" y="69841"/>
                </a:lnTo>
                <a:lnTo>
                  <a:pt x="511001" y="72628"/>
                </a:lnTo>
                <a:lnTo>
                  <a:pt x="558831" y="74627"/>
                </a:lnTo>
                <a:lnTo>
                  <a:pt x="606861" y="75831"/>
                </a:lnTo>
                <a:lnTo>
                  <a:pt x="655087" y="76219"/>
                </a:lnTo>
                <a:lnTo>
                  <a:pt x="703312" y="75831"/>
                </a:lnTo>
                <a:lnTo>
                  <a:pt x="751343" y="74627"/>
                </a:lnTo>
                <a:lnTo>
                  <a:pt x="799172" y="72628"/>
                </a:lnTo>
                <a:lnTo>
                  <a:pt x="846793" y="69841"/>
                </a:lnTo>
                <a:lnTo>
                  <a:pt x="894200" y="66271"/>
                </a:lnTo>
                <a:lnTo>
                  <a:pt x="924091" y="63519"/>
                </a:lnTo>
              </a:path>
              <a:path w="1310640" h="76834">
                <a:moveTo>
                  <a:pt x="189913" y="38119"/>
                </a:moveTo>
                <a:lnTo>
                  <a:pt x="228614" y="44299"/>
                </a:lnTo>
                <a:lnTo>
                  <a:pt x="275100" y="50933"/>
                </a:lnTo>
                <a:lnTo>
                  <a:pt x="321827" y="56811"/>
                </a:lnTo>
                <a:lnTo>
                  <a:pt x="368786" y="61926"/>
                </a:lnTo>
                <a:lnTo>
                  <a:pt x="386082" y="63519"/>
                </a:lnTo>
              </a:path>
              <a:path w="1310640" h="76834">
                <a:moveTo>
                  <a:pt x="924091" y="63519"/>
                </a:moveTo>
                <a:lnTo>
                  <a:pt x="941387" y="61926"/>
                </a:lnTo>
                <a:lnTo>
                  <a:pt x="988346" y="56811"/>
                </a:lnTo>
                <a:lnTo>
                  <a:pt x="1035073" y="50933"/>
                </a:lnTo>
                <a:lnTo>
                  <a:pt x="1081559" y="44299"/>
                </a:lnTo>
                <a:lnTo>
                  <a:pt x="1120260" y="38119"/>
                </a:lnTo>
              </a:path>
              <a:path w="1310640" h="76834">
                <a:moveTo>
                  <a:pt x="0" y="19"/>
                </a:moveTo>
                <a:lnTo>
                  <a:pt x="45192" y="10323"/>
                </a:lnTo>
                <a:lnTo>
                  <a:pt x="90656" y="19920"/>
                </a:lnTo>
                <a:lnTo>
                  <a:pt x="136385" y="28786"/>
                </a:lnTo>
                <a:lnTo>
                  <a:pt x="182373" y="36914"/>
                </a:lnTo>
                <a:lnTo>
                  <a:pt x="189913" y="38119"/>
                </a:lnTo>
              </a:path>
              <a:path w="1310640" h="76834">
                <a:moveTo>
                  <a:pt x="1120260" y="38119"/>
                </a:moveTo>
                <a:lnTo>
                  <a:pt x="1127800" y="36914"/>
                </a:lnTo>
                <a:lnTo>
                  <a:pt x="1173788" y="28786"/>
                </a:lnTo>
                <a:lnTo>
                  <a:pt x="1219517" y="19920"/>
                </a:lnTo>
                <a:lnTo>
                  <a:pt x="1264981" y="10323"/>
                </a:lnTo>
                <a:lnTo>
                  <a:pt x="1310183" y="0"/>
                </a:lnTo>
              </a:path>
            </a:pathLst>
          </a:custGeom>
          <a:ln w="18669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884040" y="4999417"/>
            <a:ext cx="5657850" cy="2896870"/>
          </a:xfrm>
          <a:custGeom>
            <a:avLst/>
            <a:gdLst/>
            <a:ahLst/>
            <a:cxnLst/>
            <a:rect l="l" t="t" r="r" b="b"/>
            <a:pathLst>
              <a:path w="5657850" h="2896870">
                <a:moveTo>
                  <a:pt x="3628" y="3"/>
                </a:moveTo>
                <a:lnTo>
                  <a:pt x="3576" y="1193"/>
                </a:lnTo>
              </a:path>
              <a:path w="5657850" h="2896870">
                <a:moveTo>
                  <a:pt x="280" y="102791"/>
                </a:moveTo>
                <a:lnTo>
                  <a:pt x="0" y="144082"/>
                </a:lnTo>
                <a:lnTo>
                  <a:pt x="242" y="192308"/>
                </a:lnTo>
                <a:lnTo>
                  <a:pt x="1474" y="240340"/>
                </a:lnTo>
                <a:lnTo>
                  <a:pt x="3541" y="288167"/>
                </a:lnTo>
                <a:lnTo>
                  <a:pt x="6328" y="335788"/>
                </a:lnTo>
                <a:lnTo>
                  <a:pt x="9898" y="383195"/>
                </a:lnTo>
                <a:lnTo>
                  <a:pt x="14243" y="430382"/>
                </a:lnTo>
                <a:lnTo>
                  <a:pt x="19358" y="477341"/>
                </a:lnTo>
                <a:lnTo>
                  <a:pt x="25236" y="524068"/>
                </a:lnTo>
                <a:lnTo>
                  <a:pt x="31870" y="570554"/>
                </a:lnTo>
                <a:lnTo>
                  <a:pt x="39255" y="616795"/>
                </a:lnTo>
                <a:lnTo>
                  <a:pt x="47383" y="662783"/>
                </a:lnTo>
                <a:lnTo>
                  <a:pt x="56249" y="708512"/>
                </a:lnTo>
                <a:lnTo>
                  <a:pt x="65846" y="753976"/>
                </a:lnTo>
                <a:lnTo>
                  <a:pt x="76167" y="799169"/>
                </a:lnTo>
                <a:lnTo>
                  <a:pt x="87207" y="844083"/>
                </a:lnTo>
                <a:lnTo>
                  <a:pt x="98959" y="888713"/>
                </a:lnTo>
                <a:lnTo>
                  <a:pt x="111417" y="933052"/>
                </a:lnTo>
                <a:lnTo>
                  <a:pt x="124573" y="977095"/>
                </a:lnTo>
                <a:lnTo>
                  <a:pt x="138423" y="1020833"/>
                </a:lnTo>
                <a:lnTo>
                  <a:pt x="152959" y="1064262"/>
                </a:lnTo>
                <a:lnTo>
                  <a:pt x="168174" y="1107375"/>
                </a:lnTo>
                <a:lnTo>
                  <a:pt x="184064" y="1150164"/>
                </a:lnTo>
                <a:lnTo>
                  <a:pt x="200621" y="1192625"/>
                </a:lnTo>
                <a:lnTo>
                  <a:pt x="217838" y="1234750"/>
                </a:lnTo>
                <a:lnTo>
                  <a:pt x="235711" y="1276534"/>
                </a:lnTo>
                <a:lnTo>
                  <a:pt x="254231" y="1317969"/>
                </a:lnTo>
                <a:lnTo>
                  <a:pt x="273393" y="1359050"/>
                </a:lnTo>
                <a:lnTo>
                  <a:pt x="293190" y="1399770"/>
                </a:lnTo>
                <a:lnTo>
                  <a:pt x="313617" y="1440123"/>
                </a:lnTo>
                <a:lnTo>
                  <a:pt x="334666" y="1480101"/>
                </a:lnTo>
                <a:lnTo>
                  <a:pt x="356331" y="1519700"/>
                </a:lnTo>
                <a:lnTo>
                  <a:pt x="378606" y="1558912"/>
                </a:lnTo>
                <a:lnTo>
                  <a:pt x="401484" y="1597732"/>
                </a:lnTo>
                <a:lnTo>
                  <a:pt x="424960" y="1636152"/>
                </a:lnTo>
                <a:lnTo>
                  <a:pt x="449026" y="1674166"/>
                </a:lnTo>
                <a:lnTo>
                  <a:pt x="473677" y="1711769"/>
                </a:lnTo>
                <a:lnTo>
                  <a:pt x="498905" y="1748953"/>
                </a:lnTo>
                <a:lnTo>
                  <a:pt x="524705" y="1785712"/>
                </a:lnTo>
                <a:lnTo>
                  <a:pt x="551070" y="1822041"/>
                </a:lnTo>
                <a:lnTo>
                  <a:pt x="577994" y="1857931"/>
                </a:lnTo>
                <a:lnTo>
                  <a:pt x="605417" y="1893436"/>
                </a:lnTo>
                <a:lnTo>
                  <a:pt x="633493" y="1928375"/>
                </a:lnTo>
                <a:lnTo>
                  <a:pt x="662055" y="1962914"/>
                </a:lnTo>
                <a:lnTo>
                  <a:pt x="691150" y="1996991"/>
                </a:lnTo>
                <a:lnTo>
                  <a:pt x="720772" y="2030599"/>
                </a:lnTo>
                <a:lnTo>
                  <a:pt x="750915" y="2063730"/>
                </a:lnTo>
                <a:lnTo>
                  <a:pt x="781571" y="2096379"/>
                </a:lnTo>
                <a:lnTo>
                  <a:pt x="812736" y="2128540"/>
                </a:lnTo>
                <a:lnTo>
                  <a:pt x="844402" y="2160206"/>
                </a:lnTo>
                <a:lnTo>
                  <a:pt x="876562" y="2191370"/>
                </a:lnTo>
                <a:lnTo>
                  <a:pt x="909212" y="2222027"/>
                </a:lnTo>
                <a:lnTo>
                  <a:pt x="942343" y="2252170"/>
                </a:lnTo>
                <a:lnTo>
                  <a:pt x="975951" y="2281792"/>
                </a:lnTo>
                <a:lnTo>
                  <a:pt x="1010027" y="2310887"/>
                </a:lnTo>
                <a:lnTo>
                  <a:pt x="1044567" y="2339449"/>
                </a:lnTo>
                <a:lnTo>
                  <a:pt x="1079564" y="2367471"/>
                </a:lnTo>
                <a:lnTo>
                  <a:pt x="1115010" y="2394948"/>
                </a:lnTo>
                <a:lnTo>
                  <a:pt x="1150901" y="2421872"/>
                </a:lnTo>
                <a:lnTo>
                  <a:pt x="1187229" y="2448237"/>
                </a:lnTo>
                <a:lnTo>
                  <a:pt x="1223989" y="2474037"/>
                </a:lnTo>
                <a:lnTo>
                  <a:pt x="1261173" y="2499265"/>
                </a:lnTo>
                <a:lnTo>
                  <a:pt x="1298775" y="2523916"/>
                </a:lnTo>
                <a:lnTo>
                  <a:pt x="1336790" y="2547982"/>
                </a:lnTo>
                <a:lnTo>
                  <a:pt x="1375210" y="2571457"/>
                </a:lnTo>
                <a:lnTo>
                  <a:pt x="1414029" y="2594336"/>
                </a:lnTo>
                <a:lnTo>
                  <a:pt x="1453242" y="2616611"/>
                </a:lnTo>
                <a:lnTo>
                  <a:pt x="1492840" y="2638276"/>
                </a:lnTo>
                <a:lnTo>
                  <a:pt x="1532819" y="2659325"/>
                </a:lnTo>
                <a:lnTo>
                  <a:pt x="1573172" y="2679751"/>
                </a:lnTo>
                <a:lnTo>
                  <a:pt x="1613892" y="2699549"/>
                </a:lnTo>
                <a:lnTo>
                  <a:pt x="1654972" y="2718711"/>
                </a:lnTo>
                <a:lnTo>
                  <a:pt x="1696408" y="2737231"/>
                </a:lnTo>
                <a:lnTo>
                  <a:pt x="1738191" y="2755103"/>
                </a:lnTo>
                <a:lnTo>
                  <a:pt x="1780317" y="2772321"/>
                </a:lnTo>
                <a:lnTo>
                  <a:pt x="1822777" y="2788878"/>
                </a:lnTo>
                <a:lnTo>
                  <a:pt x="1865567" y="2804767"/>
                </a:lnTo>
                <a:lnTo>
                  <a:pt x="1908680" y="2819983"/>
                </a:lnTo>
                <a:lnTo>
                  <a:pt x="1952108" y="2834519"/>
                </a:lnTo>
                <a:lnTo>
                  <a:pt x="1995847" y="2848368"/>
                </a:lnTo>
                <a:lnTo>
                  <a:pt x="2039889" y="2861525"/>
                </a:lnTo>
                <a:lnTo>
                  <a:pt x="2084229" y="2873982"/>
                </a:lnTo>
                <a:lnTo>
                  <a:pt x="2128859" y="2885734"/>
                </a:lnTo>
                <a:lnTo>
                  <a:pt x="2173773" y="2896791"/>
                </a:lnTo>
              </a:path>
              <a:path w="5657850" h="2896870">
                <a:moveTo>
                  <a:pt x="3483947" y="2896791"/>
                </a:moveTo>
                <a:lnTo>
                  <a:pt x="3528862" y="2885734"/>
                </a:lnTo>
                <a:lnTo>
                  <a:pt x="3573492" y="2873982"/>
                </a:lnTo>
                <a:lnTo>
                  <a:pt x="3617831" y="2861525"/>
                </a:lnTo>
                <a:lnTo>
                  <a:pt x="3661873" y="2848368"/>
                </a:lnTo>
                <a:lnTo>
                  <a:pt x="3705612" y="2834519"/>
                </a:lnTo>
                <a:lnTo>
                  <a:pt x="3749041" y="2819983"/>
                </a:lnTo>
                <a:lnTo>
                  <a:pt x="3792153" y="2804767"/>
                </a:lnTo>
                <a:lnTo>
                  <a:pt x="3834943" y="2788878"/>
                </a:lnTo>
                <a:lnTo>
                  <a:pt x="3877404" y="2772321"/>
                </a:lnTo>
                <a:lnTo>
                  <a:pt x="3919529" y="2755103"/>
                </a:lnTo>
                <a:lnTo>
                  <a:pt x="3961313" y="2737231"/>
                </a:lnTo>
                <a:lnTo>
                  <a:pt x="4002748" y="2718711"/>
                </a:lnTo>
                <a:lnTo>
                  <a:pt x="4043829" y="2699549"/>
                </a:lnTo>
                <a:lnTo>
                  <a:pt x="4084549" y="2679751"/>
                </a:lnTo>
                <a:lnTo>
                  <a:pt x="4124901" y="2659325"/>
                </a:lnTo>
                <a:lnTo>
                  <a:pt x="4164880" y="2638276"/>
                </a:lnTo>
                <a:lnTo>
                  <a:pt x="4204479" y="2616611"/>
                </a:lnTo>
                <a:lnTo>
                  <a:pt x="4243691" y="2594336"/>
                </a:lnTo>
                <a:lnTo>
                  <a:pt x="4282510" y="2571457"/>
                </a:lnTo>
                <a:lnTo>
                  <a:pt x="4320930" y="2547982"/>
                </a:lnTo>
                <a:lnTo>
                  <a:pt x="4358945" y="2523916"/>
                </a:lnTo>
                <a:lnTo>
                  <a:pt x="4396547" y="2499265"/>
                </a:lnTo>
                <a:lnTo>
                  <a:pt x="4433732" y="2474037"/>
                </a:lnTo>
                <a:lnTo>
                  <a:pt x="4470491" y="2448237"/>
                </a:lnTo>
                <a:lnTo>
                  <a:pt x="4506819" y="2421872"/>
                </a:lnTo>
                <a:lnTo>
                  <a:pt x="4542710" y="2394948"/>
                </a:lnTo>
                <a:lnTo>
                  <a:pt x="4578157" y="2367471"/>
                </a:lnTo>
                <a:lnTo>
                  <a:pt x="4613153" y="2339449"/>
                </a:lnTo>
                <a:lnTo>
                  <a:pt x="4647693" y="2310887"/>
                </a:lnTo>
                <a:lnTo>
                  <a:pt x="4681770" y="2281792"/>
                </a:lnTo>
                <a:lnTo>
                  <a:pt x="4715377" y="2252170"/>
                </a:lnTo>
                <a:lnTo>
                  <a:pt x="4748509" y="2222027"/>
                </a:lnTo>
                <a:lnTo>
                  <a:pt x="4781158" y="2191370"/>
                </a:lnTo>
                <a:lnTo>
                  <a:pt x="4813319" y="2160206"/>
                </a:lnTo>
                <a:lnTo>
                  <a:pt x="4844984" y="2128540"/>
                </a:lnTo>
                <a:lnTo>
                  <a:pt x="4876149" y="2096379"/>
                </a:lnTo>
                <a:lnTo>
                  <a:pt x="4906805" y="2063730"/>
                </a:lnTo>
                <a:lnTo>
                  <a:pt x="4936948" y="2030599"/>
                </a:lnTo>
                <a:lnTo>
                  <a:pt x="4966570" y="1996991"/>
                </a:lnTo>
                <a:lnTo>
                  <a:pt x="4995665" y="1962914"/>
                </a:lnTo>
                <a:lnTo>
                  <a:pt x="5024227" y="1928375"/>
                </a:lnTo>
                <a:lnTo>
                  <a:pt x="5052307" y="1893420"/>
                </a:lnTo>
                <a:lnTo>
                  <a:pt x="5079726" y="1857931"/>
                </a:lnTo>
                <a:lnTo>
                  <a:pt x="5106650" y="1822041"/>
                </a:lnTo>
                <a:lnTo>
                  <a:pt x="5133015" y="1785712"/>
                </a:lnTo>
                <a:lnTo>
                  <a:pt x="5158815" y="1748953"/>
                </a:lnTo>
                <a:lnTo>
                  <a:pt x="5184044" y="1711769"/>
                </a:lnTo>
                <a:lnTo>
                  <a:pt x="5208694" y="1674166"/>
                </a:lnTo>
                <a:lnTo>
                  <a:pt x="5232760" y="1636152"/>
                </a:lnTo>
                <a:lnTo>
                  <a:pt x="5256236" y="1597732"/>
                </a:lnTo>
                <a:lnTo>
                  <a:pt x="5279114" y="1558912"/>
                </a:lnTo>
                <a:lnTo>
                  <a:pt x="5301389" y="1519700"/>
                </a:lnTo>
                <a:lnTo>
                  <a:pt x="5323055" y="1480101"/>
                </a:lnTo>
                <a:lnTo>
                  <a:pt x="5344103" y="1440123"/>
                </a:lnTo>
                <a:lnTo>
                  <a:pt x="5364530" y="1399770"/>
                </a:lnTo>
                <a:lnTo>
                  <a:pt x="5384327" y="1359050"/>
                </a:lnTo>
                <a:lnTo>
                  <a:pt x="5403489" y="1317969"/>
                </a:lnTo>
                <a:lnTo>
                  <a:pt x="5422010" y="1276534"/>
                </a:lnTo>
                <a:lnTo>
                  <a:pt x="5439882" y="1234750"/>
                </a:lnTo>
                <a:lnTo>
                  <a:pt x="5457099" y="1192625"/>
                </a:lnTo>
                <a:lnTo>
                  <a:pt x="5473656" y="1150164"/>
                </a:lnTo>
                <a:lnTo>
                  <a:pt x="5489546" y="1107375"/>
                </a:lnTo>
                <a:lnTo>
                  <a:pt x="5504762" y="1064262"/>
                </a:lnTo>
                <a:lnTo>
                  <a:pt x="5519297" y="1020833"/>
                </a:lnTo>
                <a:lnTo>
                  <a:pt x="5533147" y="977095"/>
                </a:lnTo>
                <a:lnTo>
                  <a:pt x="5546303" y="933052"/>
                </a:lnTo>
                <a:lnTo>
                  <a:pt x="5558761" y="888713"/>
                </a:lnTo>
                <a:lnTo>
                  <a:pt x="5570513" y="844083"/>
                </a:lnTo>
                <a:lnTo>
                  <a:pt x="5581553" y="799169"/>
                </a:lnTo>
                <a:lnTo>
                  <a:pt x="5591874" y="753976"/>
                </a:lnTo>
                <a:lnTo>
                  <a:pt x="5601471" y="708512"/>
                </a:lnTo>
                <a:lnTo>
                  <a:pt x="5610337" y="662783"/>
                </a:lnTo>
                <a:lnTo>
                  <a:pt x="5618466" y="616795"/>
                </a:lnTo>
                <a:lnTo>
                  <a:pt x="5625850" y="570554"/>
                </a:lnTo>
                <a:lnTo>
                  <a:pt x="5632485" y="524068"/>
                </a:lnTo>
                <a:lnTo>
                  <a:pt x="5638362" y="477341"/>
                </a:lnTo>
                <a:lnTo>
                  <a:pt x="5643477" y="430382"/>
                </a:lnTo>
                <a:lnTo>
                  <a:pt x="5647822" y="383195"/>
                </a:lnTo>
                <a:lnTo>
                  <a:pt x="5651392" y="335788"/>
                </a:lnTo>
                <a:lnTo>
                  <a:pt x="5654179" y="288167"/>
                </a:lnTo>
                <a:lnTo>
                  <a:pt x="5656089" y="242487"/>
                </a:lnTo>
                <a:lnTo>
                  <a:pt x="5657478" y="192308"/>
                </a:lnTo>
                <a:lnTo>
                  <a:pt x="5657725" y="153591"/>
                </a:lnTo>
                <a:lnTo>
                  <a:pt x="5657661" y="144082"/>
                </a:lnTo>
                <a:lnTo>
                  <a:pt x="5657422" y="102791"/>
                </a:lnTo>
              </a:path>
              <a:path w="5657850" h="2896870">
                <a:moveTo>
                  <a:pt x="5656283" y="51989"/>
                </a:moveTo>
                <a:lnTo>
                  <a:pt x="5656110" y="47828"/>
                </a:lnTo>
                <a:lnTo>
                  <a:pt x="5654228" y="1189"/>
                </a:lnTo>
                <a:lnTo>
                  <a:pt x="5654139" y="0"/>
                </a:lnTo>
              </a:path>
            </a:pathLst>
          </a:custGeom>
          <a:ln w="18669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1028892" y="822222"/>
            <a:ext cx="480059" cy="409575"/>
            <a:chOff x="1028892" y="822222"/>
            <a:chExt cx="480059" cy="40957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1121" y="822222"/>
              <a:ext cx="347205" cy="40957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892" y="986838"/>
              <a:ext cx="442361" cy="244958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868796" y="3254624"/>
            <a:ext cx="11473815" cy="138811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950" spc="944"/>
              <a:t>SUMMER</a:t>
            </a:r>
            <a:r>
              <a:rPr dirty="0" sz="8950" spc="390"/>
              <a:t> </a:t>
            </a:r>
            <a:r>
              <a:rPr dirty="0" sz="8950" spc="450"/>
              <a:t>INTERNSHIP</a:t>
            </a:r>
            <a:endParaRPr sz="8950"/>
          </a:p>
        </p:txBody>
      </p:sp>
      <p:sp>
        <p:nvSpPr>
          <p:cNvPr id="12" name="object 12" descr=""/>
          <p:cNvSpPr txBox="1"/>
          <p:nvPr/>
        </p:nvSpPr>
        <p:spPr>
          <a:xfrm>
            <a:off x="16451355" y="9233727"/>
            <a:ext cx="935990" cy="267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05"/>
              </a:lnSpc>
            </a:pPr>
            <a:r>
              <a:rPr dirty="0" sz="1900" spc="240">
                <a:solidFill>
                  <a:srgbClr val="FFFFFF"/>
                </a:solidFill>
                <a:latin typeface="Arial Narrow"/>
                <a:cs typeface="Arial Narrow"/>
              </a:rPr>
              <a:t>page</a:t>
            </a:r>
            <a:r>
              <a:rPr dirty="0" sz="1900" spc="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900" spc="215">
                <a:solidFill>
                  <a:srgbClr val="FFFFFF"/>
                </a:solidFill>
                <a:latin typeface="Arial Narrow"/>
                <a:cs typeface="Arial Narrow"/>
              </a:rPr>
              <a:t>01</a:t>
            </a:r>
            <a:endParaRPr sz="1900">
              <a:latin typeface="Arial Narrow"/>
              <a:cs typeface="Arial Narro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561770" y="4837226"/>
            <a:ext cx="8087359" cy="1388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950" spc="610">
                <a:solidFill>
                  <a:srgbClr val="FFFFFF"/>
                </a:solidFill>
                <a:latin typeface="Arial Narrow"/>
                <a:cs typeface="Arial Narrow"/>
              </a:rPr>
              <a:t>PRESEN</a:t>
            </a:r>
            <a:r>
              <a:rPr dirty="0" sz="8950" spc="-95">
                <a:solidFill>
                  <a:srgbClr val="FFFFFF"/>
                </a:solidFill>
                <a:latin typeface="Arial Narrow"/>
                <a:cs typeface="Arial Narrow"/>
              </a:rPr>
              <a:t>T</a:t>
            </a:r>
            <a:r>
              <a:rPr dirty="0" sz="8950" spc="-55">
                <a:solidFill>
                  <a:srgbClr val="FFFFFF"/>
                </a:solidFill>
                <a:latin typeface="Arial Narrow"/>
                <a:cs typeface="Arial Narrow"/>
              </a:rPr>
              <a:t>A</a:t>
            </a:r>
            <a:r>
              <a:rPr dirty="0" sz="8950" spc="610">
                <a:solidFill>
                  <a:srgbClr val="FFFFFF"/>
                </a:solidFill>
                <a:latin typeface="Arial Narrow"/>
                <a:cs typeface="Arial Narrow"/>
              </a:rPr>
              <a:t>T</a:t>
            </a:r>
            <a:r>
              <a:rPr dirty="0" sz="8950" spc="605">
                <a:solidFill>
                  <a:srgbClr val="FFFFFF"/>
                </a:solidFill>
                <a:latin typeface="Arial Narrow"/>
                <a:cs typeface="Arial Narrow"/>
              </a:rPr>
              <a:t>I</a:t>
            </a:r>
            <a:r>
              <a:rPr dirty="0" sz="8950" spc="610">
                <a:solidFill>
                  <a:srgbClr val="FFFFFF"/>
                </a:solidFill>
                <a:latin typeface="Arial Narrow"/>
                <a:cs typeface="Arial Narrow"/>
              </a:rPr>
              <a:t>O</a:t>
            </a:r>
            <a:r>
              <a:rPr dirty="0" sz="8950" spc="615">
                <a:solidFill>
                  <a:srgbClr val="FFFFFF"/>
                </a:solidFill>
                <a:latin typeface="Arial Narrow"/>
                <a:cs typeface="Arial Narrow"/>
              </a:rPr>
              <a:t>N</a:t>
            </a:r>
            <a:endParaRPr sz="8950">
              <a:latin typeface="Arial Narrow"/>
              <a:cs typeface="Arial Narro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90985" y="6973201"/>
            <a:ext cx="5111750" cy="2139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94615">
              <a:lnSpc>
                <a:spcPct val="117100"/>
              </a:lnSpc>
              <a:spcBef>
                <a:spcPts val="95"/>
              </a:spcBef>
            </a:pPr>
            <a:r>
              <a:rPr dirty="0" sz="3950" spc="-370">
                <a:solidFill>
                  <a:srgbClr val="FFFFFF"/>
                </a:solidFill>
                <a:latin typeface="Arial Black"/>
                <a:cs typeface="Arial Black"/>
              </a:rPr>
              <a:t>NAME</a:t>
            </a:r>
            <a:r>
              <a:rPr dirty="0" sz="3950" spc="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950" spc="150">
                <a:solidFill>
                  <a:srgbClr val="FFFFFF"/>
                </a:solidFill>
                <a:latin typeface="Arial Black"/>
                <a:cs typeface="Arial Black"/>
              </a:rPr>
              <a:t>-</a:t>
            </a:r>
            <a:r>
              <a:rPr dirty="0" sz="3950" spc="-2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950" spc="-355">
                <a:solidFill>
                  <a:srgbClr val="FFFFFF"/>
                </a:solidFill>
                <a:latin typeface="Arial Black"/>
                <a:cs typeface="Arial Black"/>
              </a:rPr>
              <a:t>Garima</a:t>
            </a:r>
            <a:r>
              <a:rPr dirty="0" sz="3950" spc="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950" spc="-295">
                <a:solidFill>
                  <a:srgbClr val="FFFFFF"/>
                </a:solidFill>
                <a:latin typeface="Arial Black"/>
                <a:cs typeface="Arial Black"/>
              </a:rPr>
              <a:t>Jain </a:t>
            </a:r>
            <a:r>
              <a:rPr dirty="0" sz="3950" spc="-290">
                <a:solidFill>
                  <a:srgbClr val="FFFFFF"/>
                </a:solidFill>
                <a:latin typeface="Arial Black"/>
                <a:cs typeface="Arial Black"/>
              </a:rPr>
              <a:t>programme</a:t>
            </a:r>
            <a:r>
              <a:rPr dirty="0" sz="3950" spc="-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950" spc="150">
                <a:solidFill>
                  <a:srgbClr val="FFFFFF"/>
                </a:solidFill>
                <a:latin typeface="Arial Black"/>
                <a:cs typeface="Arial Black"/>
              </a:rPr>
              <a:t>-</a:t>
            </a:r>
            <a:r>
              <a:rPr dirty="0" sz="395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950" spc="-415">
                <a:solidFill>
                  <a:srgbClr val="FFFFFF"/>
                </a:solidFill>
                <a:latin typeface="Arial Black"/>
                <a:cs typeface="Arial Black"/>
              </a:rPr>
              <a:t>B.TECH </a:t>
            </a:r>
            <a:r>
              <a:rPr dirty="0" sz="3950" spc="-395">
                <a:solidFill>
                  <a:srgbClr val="FFFFFF"/>
                </a:solidFill>
                <a:latin typeface="Arial Black"/>
                <a:cs typeface="Arial Black"/>
              </a:rPr>
              <a:t>BATCH</a:t>
            </a:r>
            <a:r>
              <a:rPr dirty="0" sz="3950" spc="-3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950" spc="-265">
                <a:solidFill>
                  <a:srgbClr val="FFFFFF"/>
                </a:solidFill>
                <a:latin typeface="Arial Black"/>
                <a:cs typeface="Arial Black"/>
              </a:rPr>
              <a:t>NO.</a:t>
            </a:r>
            <a:r>
              <a:rPr dirty="0" sz="3950" spc="-3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950" spc="210">
                <a:solidFill>
                  <a:srgbClr val="FFFFFF"/>
                </a:solidFill>
                <a:latin typeface="Arial Black"/>
                <a:cs typeface="Arial Black"/>
              </a:rPr>
              <a:t>-</a:t>
            </a:r>
            <a:r>
              <a:rPr dirty="0" sz="3950" spc="-3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950">
                <a:solidFill>
                  <a:srgbClr val="FFFFFF"/>
                </a:solidFill>
                <a:latin typeface="Arial Black"/>
                <a:cs typeface="Arial Black"/>
              </a:rPr>
              <a:t>8</a:t>
            </a:r>
            <a:r>
              <a:rPr dirty="0" sz="3950" spc="700">
                <a:solidFill>
                  <a:srgbClr val="FFFFFF"/>
                </a:solidFill>
                <a:latin typeface="Arial Black"/>
                <a:cs typeface="Arial Black"/>
              </a:rPr>
              <a:t>     </a:t>
            </a:r>
            <a:r>
              <a:rPr dirty="0" sz="3950" spc="-50">
                <a:solidFill>
                  <a:srgbClr val="FFFFFF"/>
                </a:solidFill>
                <a:latin typeface="Arial Black"/>
                <a:cs typeface="Arial Black"/>
              </a:rPr>
              <a:t>.</a:t>
            </a:r>
            <a:endParaRPr sz="39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56741"/>
            <a:ext cx="4933950" cy="3696970"/>
          </a:xfrm>
          <a:custGeom>
            <a:avLst/>
            <a:gdLst/>
            <a:ahLst/>
            <a:cxnLst/>
            <a:rect l="l" t="t" r="r" b="b"/>
            <a:pathLst>
              <a:path w="4933950" h="3696970">
                <a:moveTo>
                  <a:pt x="1227753" y="3684007"/>
                </a:moveTo>
                <a:lnTo>
                  <a:pt x="1284128" y="3688434"/>
                </a:lnTo>
                <a:lnTo>
                  <a:pt x="1331669" y="3691401"/>
                </a:lnTo>
                <a:lnTo>
                  <a:pt x="1379384" y="3693716"/>
                </a:lnTo>
                <a:lnTo>
                  <a:pt x="1427268" y="3695375"/>
                </a:lnTo>
                <a:lnTo>
                  <a:pt x="1475317" y="3696373"/>
                </a:lnTo>
                <a:lnTo>
                  <a:pt x="1523527" y="3696707"/>
                </a:lnTo>
                <a:lnTo>
                  <a:pt x="1571737" y="3696373"/>
                </a:lnTo>
                <a:lnTo>
                  <a:pt x="1619786" y="3695375"/>
                </a:lnTo>
                <a:lnTo>
                  <a:pt x="1667671" y="3693716"/>
                </a:lnTo>
                <a:lnTo>
                  <a:pt x="1715385" y="3691401"/>
                </a:lnTo>
                <a:lnTo>
                  <a:pt x="1762926" y="3688434"/>
                </a:lnTo>
                <a:lnTo>
                  <a:pt x="1810289" y="3684820"/>
                </a:lnTo>
                <a:lnTo>
                  <a:pt x="1819301" y="3684007"/>
                </a:lnTo>
              </a:path>
              <a:path w="4933950" h="3696970">
                <a:moveTo>
                  <a:pt x="1105678" y="3671307"/>
                </a:moveTo>
                <a:lnTo>
                  <a:pt x="1142592" y="3675668"/>
                </a:lnTo>
                <a:lnTo>
                  <a:pt x="1189585" y="3680563"/>
                </a:lnTo>
                <a:lnTo>
                  <a:pt x="1227753" y="3684007"/>
                </a:lnTo>
              </a:path>
              <a:path w="4933950" h="3696970">
                <a:moveTo>
                  <a:pt x="1819301" y="3684007"/>
                </a:moveTo>
                <a:lnTo>
                  <a:pt x="1857469" y="3680563"/>
                </a:lnTo>
                <a:lnTo>
                  <a:pt x="1904462" y="3675668"/>
                </a:lnTo>
                <a:lnTo>
                  <a:pt x="1941377" y="3671307"/>
                </a:lnTo>
              </a:path>
              <a:path w="4933950" h="3696970">
                <a:moveTo>
                  <a:pt x="1012433" y="3658607"/>
                </a:moveTo>
                <a:lnTo>
                  <a:pt x="1049184" y="3663980"/>
                </a:lnTo>
                <a:lnTo>
                  <a:pt x="1095790" y="3670139"/>
                </a:lnTo>
                <a:lnTo>
                  <a:pt x="1105678" y="3671307"/>
                </a:lnTo>
              </a:path>
              <a:path w="4933950" h="3696970">
                <a:moveTo>
                  <a:pt x="1941377" y="3671307"/>
                </a:moveTo>
                <a:lnTo>
                  <a:pt x="1951264" y="3670139"/>
                </a:lnTo>
                <a:lnTo>
                  <a:pt x="1997870" y="3663980"/>
                </a:lnTo>
                <a:lnTo>
                  <a:pt x="2034621" y="3658607"/>
                </a:lnTo>
              </a:path>
              <a:path w="4933950" h="3696970">
                <a:moveTo>
                  <a:pt x="864805" y="3633207"/>
                </a:moveTo>
                <a:lnTo>
                  <a:pt x="910584" y="3641768"/>
                </a:lnTo>
                <a:lnTo>
                  <a:pt x="956577" y="3649790"/>
                </a:lnTo>
                <a:lnTo>
                  <a:pt x="1002778" y="3657195"/>
                </a:lnTo>
                <a:lnTo>
                  <a:pt x="1012433" y="3658607"/>
                </a:lnTo>
              </a:path>
              <a:path w="4933950" h="3696970">
                <a:moveTo>
                  <a:pt x="2034621" y="3658607"/>
                </a:moveTo>
                <a:lnTo>
                  <a:pt x="2044276" y="3657195"/>
                </a:lnTo>
                <a:lnTo>
                  <a:pt x="2090478" y="3649790"/>
                </a:lnTo>
                <a:lnTo>
                  <a:pt x="2136470" y="3641768"/>
                </a:lnTo>
                <a:lnTo>
                  <a:pt x="2182232" y="3633138"/>
                </a:lnTo>
              </a:path>
              <a:path w="4933950" h="3696970">
                <a:moveTo>
                  <a:pt x="0" y="3338262"/>
                </a:moveTo>
                <a:lnTo>
                  <a:pt x="41351" y="3358605"/>
                </a:lnTo>
                <a:lnTo>
                  <a:pt x="82246" y="3378038"/>
                </a:lnTo>
                <a:lnTo>
                  <a:pt x="123436" y="3396941"/>
                </a:lnTo>
                <a:lnTo>
                  <a:pt x="164919" y="3415311"/>
                </a:lnTo>
                <a:lnTo>
                  <a:pt x="206690" y="3433144"/>
                </a:lnTo>
                <a:lnTo>
                  <a:pt x="248744" y="3450435"/>
                </a:lnTo>
                <a:lnTo>
                  <a:pt x="291077" y="3467179"/>
                </a:lnTo>
                <a:lnTo>
                  <a:pt x="333685" y="3483372"/>
                </a:lnTo>
                <a:lnTo>
                  <a:pt x="376563" y="3499010"/>
                </a:lnTo>
                <a:lnTo>
                  <a:pt x="419707" y="3514089"/>
                </a:lnTo>
                <a:lnTo>
                  <a:pt x="463112" y="3528604"/>
                </a:lnTo>
                <a:lnTo>
                  <a:pt x="506775" y="3542550"/>
                </a:lnTo>
                <a:lnTo>
                  <a:pt x="550685" y="3555940"/>
                </a:lnTo>
                <a:lnTo>
                  <a:pt x="594873" y="3568653"/>
                </a:lnTo>
                <a:lnTo>
                  <a:pt x="639261" y="3580935"/>
                </a:lnTo>
                <a:lnTo>
                  <a:pt x="683908" y="3592564"/>
                </a:lnTo>
                <a:lnTo>
                  <a:pt x="728791" y="3603603"/>
                </a:lnTo>
                <a:lnTo>
                  <a:pt x="773904" y="3614047"/>
                </a:lnTo>
                <a:lnTo>
                  <a:pt x="819243" y="3623893"/>
                </a:lnTo>
                <a:lnTo>
                  <a:pt x="864805" y="3633207"/>
                </a:lnTo>
              </a:path>
              <a:path w="4933950" h="3696970">
                <a:moveTo>
                  <a:pt x="2182249" y="3633207"/>
                </a:moveTo>
                <a:lnTo>
                  <a:pt x="2227811" y="3623893"/>
                </a:lnTo>
                <a:lnTo>
                  <a:pt x="2273151" y="3614047"/>
                </a:lnTo>
                <a:lnTo>
                  <a:pt x="2318264" y="3603603"/>
                </a:lnTo>
                <a:lnTo>
                  <a:pt x="2363146" y="3592564"/>
                </a:lnTo>
                <a:lnTo>
                  <a:pt x="2407793" y="3580935"/>
                </a:lnTo>
                <a:lnTo>
                  <a:pt x="2452181" y="3568652"/>
                </a:lnTo>
                <a:lnTo>
                  <a:pt x="2496369" y="3555939"/>
                </a:lnTo>
                <a:lnTo>
                  <a:pt x="2540280" y="3542550"/>
                </a:lnTo>
                <a:lnTo>
                  <a:pt x="2583942" y="3528604"/>
                </a:lnTo>
                <a:lnTo>
                  <a:pt x="2627347" y="3514089"/>
                </a:lnTo>
                <a:lnTo>
                  <a:pt x="2670491" y="3499010"/>
                </a:lnTo>
                <a:lnTo>
                  <a:pt x="2713369" y="3483372"/>
                </a:lnTo>
                <a:lnTo>
                  <a:pt x="2755977" y="3467179"/>
                </a:lnTo>
                <a:lnTo>
                  <a:pt x="2798310" y="3450435"/>
                </a:lnTo>
                <a:lnTo>
                  <a:pt x="2840364" y="3433144"/>
                </a:lnTo>
                <a:lnTo>
                  <a:pt x="2882135" y="3415311"/>
                </a:lnTo>
                <a:lnTo>
                  <a:pt x="2923618" y="3396941"/>
                </a:lnTo>
                <a:lnTo>
                  <a:pt x="2964809" y="3378038"/>
                </a:lnTo>
                <a:lnTo>
                  <a:pt x="3005703" y="3358605"/>
                </a:lnTo>
                <a:lnTo>
                  <a:pt x="3046296" y="3338648"/>
                </a:lnTo>
                <a:lnTo>
                  <a:pt x="3086584" y="3318171"/>
                </a:lnTo>
                <a:lnTo>
                  <a:pt x="3126562" y="3297178"/>
                </a:lnTo>
                <a:lnTo>
                  <a:pt x="3166226" y="3275674"/>
                </a:lnTo>
                <a:lnTo>
                  <a:pt x="3205572" y="3253663"/>
                </a:lnTo>
                <a:lnTo>
                  <a:pt x="3244594" y="3231149"/>
                </a:lnTo>
                <a:lnTo>
                  <a:pt x="3283290" y="3208137"/>
                </a:lnTo>
                <a:lnTo>
                  <a:pt x="3321654" y="3184631"/>
                </a:lnTo>
                <a:lnTo>
                  <a:pt x="3359682" y="3160636"/>
                </a:lnTo>
                <a:lnTo>
                  <a:pt x="3397369" y="3136156"/>
                </a:lnTo>
                <a:lnTo>
                  <a:pt x="3434712" y="3111195"/>
                </a:lnTo>
                <a:lnTo>
                  <a:pt x="3471705" y="3085758"/>
                </a:lnTo>
                <a:lnTo>
                  <a:pt x="3508345" y="3059849"/>
                </a:lnTo>
                <a:lnTo>
                  <a:pt x="3544627" y="3033472"/>
                </a:lnTo>
                <a:lnTo>
                  <a:pt x="3580547" y="3006633"/>
                </a:lnTo>
                <a:lnTo>
                  <a:pt x="3616100" y="2979334"/>
                </a:lnTo>
                <a:lnTo>
                  <a:pt x="3651282" y="2951581"/>
                </a:lnTo>
                <a:lnTo>
                  <a:pt x="3686088" y="2923378"/>
                </a:lnTo>
                <a:lnTo>
                  <a:pt x="3720515" y="2894730"/>
                </a:lnTo>
                <a:lnTo>
                  <a:pt x="3754557" y="2865640"/>
                </a:lnTo>
                <a:lnTo>
                  <a:pt x="3788211" y="2836114"/>
                </a:lnTo>
                <a:lnTo>
                  <a:pt x="3821472" y="2806155"/>
                </a:lnTo>
                <a:lnTo>
                  <a:pt x="3854335" y="2775768"/>
                </a:lnTo>
                <a:lnTo>
                  <a:pt x="3886797" y="2744957"/>
                </a:lnTo>
                <a:lnTo>
                  <a:pt x="3918852" y="2713727"/>
                </a:lnTo>
                <a:lnTo>
                  <a:pt x="3950497" y="2682082"/>
                </a:lnTo>
                <a:lnTo>
                  <a:pt x="3981727" y="2650027"/>
                </a:lnTo>
                <a:lnTo>
                  <a:pt x="4012538" y="2617565"/>
                </a:lnTo>
                <a:lnTo>
                  <a:pt x="4042925" y="2584702"/>
                </a:lnTo>
                <a:lnTo>
                  <a:pt x="4072884" y="2551441"/>
                </a:lnTo>
                <a:lnTo>
                  <a:pt x="4102410" y="2517787"/>
                </a:lnTo>
                <a:lnTo>
                  <a:pt x="4131500" y="2483745"/>
                </a:lnTo>
                <a:lnTo>
                  <a:pt x="4160148" y="2449318"/>
                </a:lnTo>
                <a:lnTo>
                  <a:pt x="4188351" y="2414512"/>
                </a:lnTo>
                <a:lnTo>
                  <a:pt x="4216104" y="2379330"/>
                </a:lnTo>
                <a:lnTo>
                  <a:pt x="4243403" y="2343777"/>
                </a:lnTo>
                <a:lnTo>
                  <a:pt x="4270242" y="2307857"/>
                </a:lnTo>
                <a:lnTo>
                  <a:pt x="4296619" y="2271575"/>
                </a:lnTo>
                <a:lnTo>
                  <a:pt x="4322528" y="2234935"/>
                </a:lnTo>
                <a:lnTo>
                  <a:pt x="4348032" y="2197986"/>
                </a:lnTo>
                <a:lnTo>
                  <a:pt x="4372926" y="2160599"/>
                </a:lnTo>
                <a:lnTo>
                  <a:pt x="4397406" y="2122912"/>
                </a:lnTo>
                <a:lnTo>
                  <a:pt x="4421402" y="2084884"/>
                </a:lnTo>
                <a:lnTo>
                  <a:pt x="4444907" y="2046520"/>
                </a:lnTo>
                <a:lnTo>
                  <a:pt x="4467919" y="2007824"/>
                </a:lnTo>
                <a:lnTo>
                  <a:pt x="4490433" y="1968802"/>
                </a:lnTo>
                <a:lnTo>
                  <a:pt x="4512444" y="1929456"/>
                </a:lnTo>
                <a:lnTo>
                  <a:pt x="4533948" y="1889792"/>
                </a:lnTo>
                <a:lnTo>
                  <a:pt x="4554941" y="1849814"/>
                </a:lnTo>
                <a:lnTo>
                  <a:pt x="4575418" y="1809526"/>
                </a:lnTo>
                <a:lnTo>
                  <a:pt x="4595375" y="1768933"/>
                </a:lnTo>
                <a:lnTo>
                  <a:pt x="4614740" y="1728182"/>
                </a:lnTo>
                <a:lnTo>
                  <a:pt x="4614810" y="1728040"/>
                </a:lnTo>
                <a:lnTo>
                  <a:pt x="4633711" y="1686848"/>
                </a:lnTo>
                <a:lnTo>
                  <a:pt x="4652081" y="1645365"/>
                </a:lnTo>
                <a:lnTo>
                  <a:pt x="4669914" y="1603594"/>
                </a:lnTo>
                <a:lnTo>
                  <a:pt x="4687205" y="1561540"/>
                </a:lnTo>
                <a:lnTo>
                  <a:pt x="4703949" y="1519207"/>
                </a:lnTo>
                <a:lnTo>
                  <a:pt x="4720142" y="1476599"/>
                </a:lnTo>
                <a:lnTo>
                  <a:pt x="4735780" y="1433721"/>
                </a:lnTo>
                <a:lnTo>
                  <a:pt x="4750859" y="1390577"/>
                </a:lnTo>
                <a:lnTo>
                  <a:pt x="4765369" y="1347171"/>
                </a:lnTo>
                <a:lnTo>
                  <a:pt x="4779320" y="1303510"/>
                </a:lnTo>
                <a:lnTo>
                  <a:pt x="4792694" y="1259594"/>
                </a:lnTo>
                <a:lnTo>
                  <a:pt x="4805490" y="1215431"/>
                </a:lnTo>
                <a:lnTo>
                  <a:pt x="4817705" y="1171023"/>
                </a:lnTo>
                <a:lnTo>
                  <a:pt x="4829334" y="1126376"/>
                </a:lnTo>
                <a:lnTo>
                  <a:pt x="4840373" y="1081494"/>
                </a:lnTo>
                <a:lnTo>
                  <a:pt x="4850817" y="1036381"/>
                </a:lnTo>
                <a:lnTo>
                  <a:pt x="4860544" y="991585"/>
                </a:lnTo>
                <a:lnTo>
                  <a:pt x="4860677" y="991045"/>
                </a:lnTo>
                <a:lnTo>
                  <a:pt x="4869904" y="945479"/>
                </a:lnTo>
                <a:lnTo>
                  <a:pt x="4878538" y="899700"/>
                </a:lnTo>
                <a:lnTo>
                  <a:pt x="4886560" y="853708"/>
                </a:lnTo>
                <a:lnTo>
                  <a:pt x="4893965" y="807506"/>
                </a:lnTo>
                <a:lnTo>
                  <a:pt x="4900750" y="761100"/>
                </a:lnTo>
                <a:lnTo>
                  <a:pt x="4906909" y="714494"/>
                </a:lnTo>
                <a:lnTo>
                  <a:pt x="4912438" y="667692"/>
                </a:lnTo>
                <a:lnTo>
                  <a:pt x="4917333" y="620699"/>
                </a:lnTo>
                <a:lnTo>
                  <a:pt x="4921590" y="573519"/>
                </a:lnTo>
                <a:lnTo>
                  <a:pt x="4925204" y="526156"/>
                </a:lnTo>
                <a:lnTo>
                  <a:pt x="4928171" y="478615"/>
                </a:lnTo>
                <a:lnTo>
                  <a:pt x="4930393" y="432803"/>
                </a:lnTo>
                <a:lnTo>
                  <a:pt x="4932145" y="383016"/>
                </a:lnTo>
                <a:lnTo>
                  <a:pt x="4933189" y="334967"/>
                </a:lnTo>
                <a:lnTo>
                  <a:pt x="4933439" y="293107"/>
                </a:lnTo>
                <a:lnTo>
                  <a:pt x="4933400" y="286758"/>
                </a:lnTo>
                <a:lnTo>
                  <a:pt x="4933163" y="242307"/>
                </a:lnTo>
                <a:lnTo>
                  <a:pt x="4933087" y="238548"/>
                </a:lnTo>
                <a:lnTo>
                  <a:pt x="4932165" y="191506"/>
                </a:lnTo>
                <a:lnTo>
                  <a:pt x="4932120" y="190499"/>
                </a:lnTo>
              </a:path>
              <a:path w="4933950" h="3696970">
                <a:moveTo>
                  <a:pt x="4921667" y="1000"/>
                </a:moveTo>
                <a:lnTo>
                  <a:pt x="4921553" y="0"/>
                </a:lnTo>
              </a:path>
            </a:pathLst>
          </a:custGeom>
          <a:ln w="895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467916" y="3422434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5">
                <a:moveTo>
                  <a:pt x="94" y="154"/>
                </a:moveTo>
                <a:lnTo>
                  <a:pt x="0" y="0"/>
                </a:lnTo>
              </a:path>
            </a:pathLst>
          </a:custGeom>
          <a:ln w="895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028892" y="822222"/>
            <a:ext cx="480059" cy="409575"/>
            <a:chOff x="1028892" y="822222"/>
            <a:chExt cx="480059" cy="40957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1121" y="822222"/>
              <a:ext cx="347205" cy="40957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892" y="986838"/>
              <a:ext cx="442361" cy="244958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2254185" y="3496204"/>
            <a:ext cx="915035" cy="715645"/>
          </a:xfrm>
          <a:custGeom>
            <a:avLst/>
            <a:gdLst/>
            <a:ahLst/>
            <a:cxnLst/>
            <a:rect l="l" t="t" r="r" b="b"/>
            <a:pathLst>
              <a:path w="915035" h="715645">
                <a:moveTo>
                  <a:pt x="359792" y="715565"/>
                </a:moveTo>
                <a:lnTo>
                  <a:pt x="0" y="715565"/>
                </a:lnTo>
                <a:lnTo>
                  <a:pt x="0" y="415671"/>
                </a:lnTo>
                <a:lnTo>
                  <a:pt x="2189" y="355333"/>
                </a:lnTo>
                <a:lnTo>
                  <a:pt x="8757" y="300086"/>
                </a:lnTo>
                <a:lnTo>
                  <a:pt x="19698" y="249927"/>
                </a:lnTo>
                <a:lnTo>
                  <a:pt x="35010" y="204852"/>
                </a:lnTo>
                <a:lnTo>
                  <a:pt x="54689" y="164858"/>
                </a:lnTo>
                <a:lnTo>
                  <a:pt x="78731" y="129941"/>
                </a:lnTo>
                <a:lnTo>
                  <a:pt x="107133" y="100098"/>
                </a:lnTo>
                <a:lnTo>
                  <a:pt x="139572" y="74649"/>
                </a:lnTo>
                <a:lnTo>
                  <a:pt x="175724" y="52916"/>
                </a:lnTo>
                <a:lnTo>
                  <a:pt x="215585" y="34900"/>
                </a:lnTo>
                <a:lnTo>
                  <a:pt x="259151" y="20600"/>
                </a:lnTo>
                <a:lnTo>
                  <a:pt x="306421" y="10017"/>
                </a:lnTo>
                <a:lnTo>
                  <a:pt x="357389" y="3150"/>
                </a:lnTo>
                <a:lnTo>
                  <a:pt x="412053" y="0"/>
                </a:lnTo>
                <a:lnTo>
                  <a:pt x="413862" y="144319"/>
                </a:lnTo>
                <a:lnTo>
                  <a:pt x="353181" y="154609"/>
                </a:lnTo>
                <a:lnTo>
                  <a:pt x="305232" y="171460"/>
                </a:lnTo>
                <a:lnTo>
                  <a:pt x="269062" y="195034"/>
                </a:lnTo>
                <a:lnTo>
                  <a:pt x="243717" y="225493"/>
                </a:lnTo>
                <a:lnTo>
                  <a:pt x="228246" y="262997"/>
                </a:lnTo>
                <a:lnTo>
                  <a:pt x="221695" y="307710"/>
                </a:lnTo>
                <a:lnTo>
                  <a:pt x="222990" y="355333"/>
                </a:lnTo>
                <a:lnTo>
                  <a:pt x="223111" y="359792"/>
                </a:lnTo>
                <a:lnTo>
                  <a:pt x="359792" y="359792"/>
                </a:lnTo>
                <a:lnTo>
                  <a:pt x="359792" y="715565"/>
                </a:lnTo>
                <a:close/>
              </a:path>
              <a:path w="915035" h="715645">
                <a:moveTo>
                  <a:pt x="862698" y="715565"/>
                </a:moveTo>
                <a:lnTo>
                  <a:pt x="502905" y="715565"/>
                </a:lnTo>
                <a:lnTo>
                  <a:pt x="502905" y="415671"/>
                </a:lnTo>
                <a:lnTo>
                  <a:pt x="505095" y="355333"/>
                </a:lnTo>
                <a:lnTo>
                  <a:pt x="511663" y="300086"/>
                </a:lnTo>
                <a:lnTo>
                  <a:pt x="522604" y="249927"/>
                </a:lnTo>
                <a:lnTo>
                  <a:pt x="537916" y="204852"/>
                </a:lnTo>
                <a:lnTo>
                  <a:pt x="557595" y="164858"/>
                </a:lnTo>
                <a:lnTo>
                  <a:pt x="581637" y="129941"/>
                </a:lnTo>
                <a:lnTo>
                  <a:pt x="610039" y="100098"/>
                </a:lnTo>
                <a:lnTo>
                  <a:pt x="642478" y="74649"/>
                </a:lnTo>
                <a:lnTo>
                  <a:pt x="678629" y="52916"/>
                </a:lnTo>
                <a:lnTo>
                  <a:pt x="718490" y="34900"/>
                </a:lnTo>
                <a:lnTo>
                  <a:pt x="762057" y="20600"/>
                </a:lnTo>
                <a:lnTo>
                  <a:pt x="809327" y="10017"/>
                </a:lnTo>
                <a:lnTo>
                  <a:pt x="860295" y="3150"/>
                </a:lnTo>
                <a:lnTo>
                  <a:pt x="914959" y="0"/>
                </a:lnTo>
                <a:lnTo>
                  <a:pt x="914959" y="145726"/>
                </a:lnTo>
                <a:lnTo>
                  <a:pt x="854378" y="155875"/>
                </a:lnTo>
                <a:lnTo>
                  <a:pt x="806687" y="172500"/>
                </a:lnTo>
                <a:lnTo>
                  <a:pt x="770870" y="195803"/>
                </a:lnTo>
                <a:lnTo>
                  <a:pt x="745911" y="225983"/>
                </a:lnTo>
                <a:lnTo>
                  <a:pt x="730793" y="263241"/>
                </a:lnTo>
                <a:lnTo>
                  <a:pt x="724501" y="307777"/>
                </a:lnTo>
                <a:lnTo>
                  <a:pt x="726017" y="359792"/>
                </a:lnTo>
                <a:lnTo>
                  <a:pt x="862698" y="359792"/>
                </a:lnTo>
                <a:lnTo>
                  <a:pt x="862698" y="715565"/>
                </a:lnTo>
                <a:close/>
              </a:path>
            </a:pathLst>
          </a:custGeom>
          <a:solidFill>
            <a:srgbClr val="FFFFFF">
              <a:alpha val="1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99664" y="1748864"/>
            <a:ext cx="7022465" cy="1168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15"/>
              <a:t>INTRODUCTION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6451355" y="9233727"/>
            <a:ext cx="961390" cy="267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05"/>
              </a:lnSpc>
            </a:pPr>
            <a:r>
              <a:rPr dirty="0" sz="1900" spc="240">
                <a:solidFill>
                  <a:srgbClr val="FFFFFF"/>
                </a:solidFill>
                <a:latin typeface="Arial Narrow"/>
                <a:cs typeface="Arial Narrow"/>
              </a:rPr>
              <a:t>page</a:t>
            </a:r>
            <a:r>
              <a:rPr dirty="0" sz="1900" spc="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900" spc="300">
                <a:solidFill>
                  <a:srgbClr val="FFFFFF"/>
                </a:solidFill>
                <a:latin typeface="Arial Narrow"/>
                <a:cs typeface="Arial Narrow"/>
              </a:rPr>
              <a:t>02</a:t>
            </a:r>
            <a:endParaRPr sz="1900">
              <a:latin typeface="Arial Narrow"/>
              <a:cs typeface="Arial Narro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550941" y="4077583"/>
            <a:ext cx="14311630" cy="2929890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75"/>
              </a:spcBef>
            </a:pPr>
            <a:r>
              <a:rPr dirty="0" sz="4300" spc="-290">
                <a:solidFill>
                  <a:srgbClr val="FFFFFF"/>
                </a:solidFill>
                <a:latin typeface="Arial Black"/>
                <a:cs typeface="Arial Black"/>
              </a:rPr>
              <a:t>NAME</a:t>
            </a:r>
            <a:r>
              <a:rPr dirty="0" sz="4300" spc="-40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4300" spc="-315">
                <a:solidFill>
                  <a:srgbClr val="FFFFFF"/>
                </a:solidFill>
                <a:latin typeface="Arial Black"/>
                <a:cs typeface="Arial Black"/>
              </a:rPr>
              <a:t>OF</a:t>
            </a:r>
            <a:r>
              <a:rPr dirty="0" sz="4300" spc="-4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4300" spc="-380">
                <a:solidFill>
                  <a:srgbClr val="FFFFFF"/>
                </a:solidFill>
                <a:latin typeface="Arial Black"/>
                <a:cs typeface="Arial Black"/>
              </a:rPr>
              <a:t>ORGANIZATION</a:t>
            </a:r>
            <a:r>
              <a:rPr dirty="0" sz="4300" spc="-4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4300" spc="-250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r>
              <a:rPr dirty="0" sz="4300" spc="-4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4300" spc="-355">
                <a:solidFill>
                  <a:srgbClr val="FFFFFF"/>
                </a:solidFill>
                <a:latin typeface="Arial Black"/>
                <a:cs typeface="Arial Black"/>
              </a:rPr>
              <a:t>JAN</a:t>
            </a:r>
            <a:r>
              <a:rPr dirty="0" sz="4300" spc="-4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4300" spc="-370">
                <a:solidFill>
                  <a:srgbClr val="FFFFFF"/>
                </a:solidFill>
                <a:latin typeface="Arial Black"/>
                <a:cs typeface="Arial Black"/>
              </a:rPr>
              <a:t>PBEL</a:t>
            </a:r>
            <a:r>
              <a:rPr dirty="0" sz="4300" spc="-4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4300" spc="-270">
                <a:solidFill>
                  <a:srgbClr val="FFFFFF"/>
                </a:solidFill>
                <a:latin typeface="Arial Black"/>
                <a:cs typeface="Arial Black"/>
              </a:rPr>
              <a:t>2.0</a:t>
            </a:r>
            <a:r>
              <a:rPr dirty="0" sz="4300" spc="-40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4300" spc="-350">
                <a:solidFill>
                  <a:srgbClr val="FFFFFF"/>
                </a:solidFill>
                <a:latin typeface="Arial Black"/>
                <a:cs typeface="Arial Black"/>
              </a:rPr>
              <a:t>AI</a:t>
            </a:r>
            <a:endParaRPr sz="4300">
              <a:latin typeface="Arial Black"/>
              <a:cs typeface="Arial Black"/>
            </a:endParaRPr>
          </a:p>
          <a:p>
            <a:pPr algn="ctr" marL="12065" marR="5080">
              <a:lnSpc>
                <a:spcPct val="117100"/>
              </a:lnSpc>
            </a:pPr>
            <a:r>
              <a:rPr dirty="0" sz="3950" spc="-38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dirty="0" sz="3950" spc="-3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950" spc="-229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r>
              <a:rPr dirty="0" sz="3950" spc="-3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950" spc="-125">
                <a:solidFill>
                  <a:srgbClr val="FFFFFF"/>
                </a:solidFill>
                <a:latin typeface="Arial Black"/>
                <a:cs typeface="Arial Black"/>
              </a:rPr>
              <a:t>AI-</a:t>
            </a:r>
            <a:r>
              <a:rPr dirty="0" sz="3950" spc="-315">
                <a:solidFill>
                  <a:srgbClr val="FFFFFF"/>
                </a:solidFill>
                <a:latin typeface="Arial Black"/>
                <a:cs typeface="Arial Black"/>
              </a:rPr>
              <a:t>BASED</a:t>
            </a:r>
            <a:r>
              <a:rPr dirty="0" sz="3950" spc="-3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950" spc="-280">
                <a:solidFill>
                  <a:srgbClr val="FFFFFF"/>
                </a:solidFill>
                <a:latin typeface="Arial Black"/>
                <a:cs typeface="Arial Black"/>
              </a:rPr>
              <a:t>EMOTION</a:t>
            </a:r>
            <a:r>
              <a:rPr dirty="0" sz="3950" spc="-3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950" spc="-310">
                <a:solidFill>
                  <a:srgbClr val="FFFFFF"/>
                </a:solidFill>
                <a:latin typeface="Arial Black"/>
                <a:cs typeface="Arial Black"/>
              </a:rPr>
              <a:t>RECOGNITION</a:t>
            </a:r>
            <a:r>
              <a:rPr dirty="0" sz="3950" spc="-3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950" spc="-275">
                <a:solidFill>
                  <a:srgbClr val="FFFFFF"/>
                </a:solidFill>
                <a:latin typeface="Arial Black"/>
                <a:cs typeface="Arial Black"/>
              </a:rPr>
              <a:t>FROM</a:t>
            </a:r>
            <a:r>
              <a:rPr dirty="0" sz="3950" spc="-3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950" spc="-520">
                <a:solidFill>
                  <a:srgbClr val="FFFFFF"/>
                </a:solidFill>
                <a:latin typeface="Arial Black"/>
                <a:cs typeface="Arial Black"/>
              </a:rPr>
              <a:t>TEXT </a:t>
            </a:r>
            <a:r>
              <a:rPr dirty="0" sz="3950" spc="-475">
                <a:solidFill>
                  <a:srgbClr val="FFFFFF"/>
                </a:solidFill>
                <a:latin typeface="Arial Black"/>
                <a:cs typeface="Arial Black"/>
              </a:rPr>
              <a:t>FACULTY</a:t>
            </a:r>
            <a:r>
              <a:rPr dirty="0" sz="3950" spc="-3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950" spc="-280">
                <a:solidFill>
                  <a:srgbClr val="FFFFFF"/>
                </a:solidFill>
                <a:latin typeface="Arial Black"/>
                <a:cs typeface="Arial Black"/>
              </a:rPr>
              <a:t>GUIDE</a:t>
            </a:r>
            <a:r>
              <a:rPr dirty="0" sz="3950" spc="-3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950" spc="-229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r>
              <a:rPr dirty="0" sz="3950" spc="-3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950" spc="-295">
                <a:solidFill>
                  <a:srgbClr val="FFFFFF"/>
                </a:solidFill>
                <a:latin typeface="Arial Black"/>
                <a:cs typeface="Arial Black"/>
              </a:rPr>
              <a:t>MR.DEVANSH</a:t>
            </a:r>
            <a:r>
              <a:rPr dirty="0" sz="3950" spc="-3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950" spc="-400">
                <a:solidFill>
                  <a:srgbClr val="FFFFFF"/>
                </a:solidFill>
                <a:latin typeface="Arial Black"/>
                <a:cs typeface="Arial Black"/>
              </a:rPr>
              <a:t>SIR</a:t>
            </a:r>
            <a:endParaRPr sz="395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860"/>
              </a:spcBef>
            </a:pPr>
            <a:r>
              <a:rPr dirty="0" sz="4050" spc="-290">
                <a:solidFill>
                  <a:srgbClr val="FFFFFF"/>
                </a:solidFill>
                <a:latin typeface="Arial Black"/>
                <a:cs typeface="Arial Black"/>
              </a:rPr>
              <a:t>PERIOD</a:t>
            </a:r>
            <a:r>
              <a:rPr dirty="0" sz="4050" spc="-3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4050" spc="-280">
                <a:solidFill>
                  <a:srgbClr val="FFFFFF"/>
                </a:solidFill>
                <a:latin typeface="Arial Black"/>
                <a:cs typeface="Arial Black"/>
              </a:rPr>
              <a:t>OF</a:t>
            </a:r>
            <a:r>
              <a:rPr dirty="0" sz="4050" spc="-3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4050" spc="-330">
                <a:solidFill>
                  <a:srgbClr val="FFFFFF"/>
                </a:solidFill>
                <a:latin typeface="Arial Black"/>
                <a:cs typeface="Arial Black"/>
              </a:rPr>
              <a:t>INTERNSHIP</a:t>
            </a:r>
            <a:r>
              <a:rPr dirty="0" sz="4050" spc="-3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4050" spc="-235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r>
              <a:rPr dirty="0" sz="4050" spc="-3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4050" spc="-30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r>
              <a:rPr dirty="0" sz="4050" spc="-3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4050" spc="-285">
                <a:solidFill>
                  <a:srgbClr val="FFFFFF"/>
                </a:solidFill>
                <a:latin typeface="Arial Black"/>
                <a:cs typeface="Arial Black"/>
              </a:rPr>
              <a:t>MONTHS</a:t>
            </a:r>
            <a:endParaRPr sz="40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58600" y="533823"/>
            <a:ext cx="480059" cy="409575"/>
            <a:chOff x="358600" y="533823"/>
            <a:chExt cx="480059" cy="4095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829" y="533823"/>
              <a:ext cx="347205" cy="40957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600" y="698437"/>
              <a:ext cx="442361" cy="244961"/>
            </a:xfrm>
            <a:prstGeom prst="rect">
              <a:avLst/>
            </a:prstGeom>
          </p:spPr>
        </p:pic>
      </p:grpSp>
      <p:sp>
        <p:nvSpPr>
          <p:cNvPr id="5" name="object 5" descr=""/>
          <p:cNvSpPr/>
          <p:nvPr/>
        </p:nvSpPr>
        <p:spPr>
          <a:xfrm>
            <a:off x="1441343" y="533822"/>
            <a:ext cx="915035" cy="715645"/>
          </a:xfrm>
          <a:custGeom>
            <a:avLst/>
            <a:gdLst/>
            <a:ahLst/>
            <a:cxnLst/>
            <a:rect l="l" t="t" r="r" b="b"/>
            <a:pathLst>
              <a:path w="915035" h="715644">
                <a:moveTo>
                  <a:pt x="359792" y="715565"/>
                </a:moveTo>
                <a:lnTo>
                  <a:pt x="0" y="715565"/>
                </a:lnTo>
                <a:lnTo>
                  <a:pt x="0" y="415671"/>
                </a:lnTo>
                <a:lnTo>
                  <a:pt x="2189" y="355333"/>
                </a:lnTo>
                <a:lnTo>
                  <a:pt x="8757" y="300086"/>
                </a:lnTo>
                <a:lnTo>
                  <a:pt x="19698" y="249927"/>
                </a:lnTo>
                <a:lnTo>
                  <a:pt x="35010" y="204852"/>
                </a:lnTo>
                <a:lnTo>
                  <a:pt x="54689" y="164858"/>
                </a:lnTo>
                <a:lnTo>
                  <a:pt x="78731" y="129941"/>
                </a:lnTo>
                <a:lnTo>
                  <a:pt x="107133" y="100098"/>
                </a:lnTo>
                <a:lnTo>
                  <a:pt x="139572" y="74649"/>
                </a:lnTo>
                <a:lnTo>
                  <a:pt x="175724" y="52916"/>
                </a:lnTo>
                <a:lnTo>
                  <a:pt x="215585" y="34900"/>
                </a:lnTo>
                <a:lnTo>
                  <a:pt x="259151" y="20600"/>
                </a:lnTo>
                <a:lnTo>
                  <a:pt x="306421" y="10017"/>
                </a:lnTo>
                <a:lnTo>
                  <a:pt x="357389" y="3150"/>
                </a:lnTo>
                <a:lnTo>
                  <a:pt x="412053" y="0"/>
                </a:lnTo>
                <a:lnTo>
                  <a:pt x="413862" y="144319"/>
                </a:lnTo>
                <a:lnTo>
                  <a:pt x="353181" y="154609"/>
                </a:lnTo>
                <a:lnTo>
                  <a:pt x="305232" y="171460"/>
                </a:lnTo>
                <a:lnTo>
                  <a:pt x="269062" y="195034"/>
                </a:lnTo>
                <a:lnTo>
                  <a:pt x="243717" y="225493"/>
                </a:lnTo>
                <a:lnTo>
                  <a:pt x="228246" y="262997"/>
                </a:lnTo>
                <a:lnTo>
                  <a:pt x="221695" y="307710"/>
                </a:lnTo>
                <a:lnTo>
                  <a:pt x="222990" y="355333"/>
                </a:lnTo>
                <a:lnTo>
                  <a:pt x="223111" y="359792"/>
                </a:lnTo>
                <a:lnTo>
                  <a:pt x="359792" y="359792"/>
                </a:lnTo>
                <a:lnTo>
                  <a:pt x="359792" y="715565"/>
                </a:lnTo>
                <a:close/>
              </a:path>
              <a:path w="915035" h="715644">
                <a:moveTo>
                  <a:pt x="862698" y="715565"/>
                </a:moveTo>
                <a:lnTo>
                  <a:pt x="502905" y="715565"/>
                </a:lnTo>
                <a:lnTo>
                  <a:pt x="502905" y="415671"/>
                </a:lnTo>
                <a:lnTo>
                  <a:pt x="505095" y="355333"/>
                </a:lnTo>
                <a:lnTo>
                  <a:pt x="511663" y="300086"/>
                </a:lnTo>
                <a:lnTo>
                  <a:pt x="522604" y="249927"/>
                </a:lnTo>
                <a:lnTo>
                  <a:pt x="537916" y="204852"/>
                </a:lnTo>
                <a:lnTo>
                  <a:pt x="557595" y="164858"/>
                </a:lnTo>
                <a:lnTo>
                  <a:pt x="581637" y="129941"/>
                </a:lnTo>
                <a:lnTo>
                  <a:pt x="610039" y="100098"/>
                </a:lnTo>
                <a:lnTo>
                  <a:pt x="642478" y="74649"/>
                </a:lnTo>
                <a:lnTo>
                  <a:pt x="678629" y="52916"/>
                </a:lnTo>
                <a:lnTo>
                  <a:pt x="718490" y="34900"/>
                </a:lnTo>
                <a:lnTo>
                  <a:pt x="762057" y="20600"/>
                </a:lnTo>
                <a:lnTo>
                  <a:pt x="809327" y="10017"/>
                </a:lnTo>
                <a:lnTo>
                  <a:pt x="860295" y="3150"/>
                </a:lnTo>
                <a:lnTo>
                  <a:pt x="914959" y="0"/>
                </a:lnTo>
                <a:lnTo>
                  <a:pt x="914959" y="145726"/>
                </a:lnTo>
                <a:lnTo>
                  <a:pt x="854378" y="155875"/>
                </a:lnTo>
                <a:lnTo>
                  <a:pt x="806687" y="172500"/>
                </a:lnTo>
                <a:lnTo>
                  <a:pt x="770870" y="195803"/>
                </a:lnTo>
                <a:lnTo>
                  <a:pt x="745911" y="225983"/>
                </a:lnTo>
                <a:lnTo>
                  <a:pt x="730793" y="263241"/>
                </a:lnTo>
                <a:lnTo>
                  <a:pt x="724501" y="307777"/>
                </a:lnTo>
                <a:lnTo>
                  <a:pt x="726017" y="359792"/>
                </a:lnTo>
                <a:lnTo>
                  <a:pt x="862698" y="359792"/>
                </a:lnTo>
                <a:lnTo>
                  <a:pt x="862698" y="715565"/>
                </a:lnTo>
                <a:close/>
              </a:path>
            </a:pathLst>
          </a:custGeom>
          <a:solidFill>
            <a:srgbClr val="FFFFFF">
              <a:alpha val="1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53198" y="2977743"/>
            <a:ext cx="3134995" cy="2569845"/>
          </a:xfrm>
          <a:custGeom>
            <a:avLst/>
            <a:gdLst/>
            <a:ahLst/>
            <a:cxnLst/>
            <a:rect l="l" t="t" r="r" b="b"/>
            <a:pathLst>
              <a:path w="3134995" h="2569845">
                <a:moveTo>
                  <a:pt x="2436025" y="1317955"/>
                </a:moveTo>
                <a:lnTo>
                  <a:pt x="2433980" y="1265999"/>
                </a:lnTo>
                <a:lnTo>
                  <a:pt x="2427859" y="1214780"/>
                </a:lnTo>
                <a:lnTo>
                  <a:pt x="2417686" y="1164399"/>
                </a:lnTo>
                <a:lnTo>
                  <a:pt x="2403475" y="1114971"/>
                </a:lnTo>
                <a:lnTo>
                  <a:pt x="2385263" y="1066609"/>
                </a:lnTo>
                <a:lnTo>
                  <a:pt x="2364079" y="1021435"/>
                </a:lnTo>
                <a:lnTo>
                  <a:pt x="2339581" y="978230"/>
                </a:lnTo>
                <a:lnTo>
                  <a:pt x="2311857" y="937094"/>
                </a:lnTo>
                <a:lnTo>
                  <a:pt x="2280945" y="898118"/>
                </a:lnTo>
                <a:lnTo>
                  <a:pt x="2246922" y="861390"/>
                </a:lnTo>
                <a:lnTo>
                  <a:pt x="2210193" y="827366"/>
                </a:lnTo>
                <a:lnTo>
                  <a:pt x="2171217" y="796455"/>
                </a:lnTo>
                <a:lnTo>
                  <a:pt x="2130082" y="768731"/>
                </a:lnTo>
                <a:lnTo>
                  <a:pt x="2086876" y="744232"/>
                </a:lnTo>
                <a:lnTo>
                  <a:pt x="2041702" y="723049"/>
                </a:lnTo>
                <a:lnTo>
                  <a:pt x="2031784" y="718947"/>
                </a:lnTo>
                <a:lnTo>
                  <a:pt x="2042566" y="710476"/>
                </a:lnTo>
                <a:lnTo>
                  <a:pt x="2073198" y="682828"/>
                </a:lnTo>
                <a:lnTo>
                  <a:pt x="2099233" y="654177"/>
                </a:lnTo>
                <a:lnTo>
                  <a:pt x="2122259" y="623366"/>
                </a:lnTo>
                <a:lnTo>
                  <a:pt x="2142159" y="590511"/>
                </a:lnTo>
                <a:lnTo>
                  <a:pt x="2158885" y="555713"/>
                </a:lnTo>
                <a:lnTo>
                  <a:pt x="2172614" y="518147"/>
                </a:lnTo>
                <a:lnTo>
                  <a:pt x="2182457" y="479577"/>
                </a:lnTo>
                <a:lnTo>
                  <a:pt x="2188375" y="440156"/>
                </a:lnTo>
                <a:lnTo>
                  <a:pt x="2190356" y="399986"/>
                </a:lnTo>
                <a:lnTo>
                  <a:pt x="2188375" y="359829"/>
                </a:lnTo>
                <a:lnTo>
                  <a:pt x="2182457" y="320408"/>
                </a:lnTo>
                <a:lnTo>
                  <a:pt x="2172614" y="281838"/>
                </a:lnTo>
                <a:lnTo>
                  <a:pt x="2158885" y="244284"/>
                </a:lnTo>
                <a:lnTo>
                  <a:pt x="2142159" y="209486"/>
                </a:lnTo>
                <a:lnTo>
                  <a:pt x="2122259" y="176618"/>
                </a:lnTo>
                <a:lnTo>
                  <a:pt x="2099233" y="145808"/>
                </a:lnTo>
                <a:lnTo>
                  <a:pt x="2073198" y="117157"/>
                </a:lnTo>
                <a:lnTo>
                  <a:pt x="2048954" y="95148"/>
                </a:lnTo>
                <a:lnTo>
                  <a:pt x="2048954" y="399986"/>
                </a:lnTo>
                <a:lnTo>
                  <a:pt x="2043988" y="450837"/>
                </a:lnTo>
                <a:lnTo>
                  <a:pt x="2029396" y="499008"/>
                </a:lnTo>
                <a:lnTo>
                  <a:pt x="2005660" y="543382"/>
                </a:lnTo>
                <a:lnTo>
                  <a:pt x="1973211" y="582853"/>
                </a:lnTo>
                <a:lnTo>
                  <a:pt x="1933752" y="615289"/>
                </a:lnTo>
                <a:lnTo>
                  <a:pt x="1889366" y="639038"/>
                </a:lnTo>
                <a:lnTo>
                  <a:pt x="1841195" y="653630"/>
                </a:lnTo>
                <a:lnTo>
                  <a:pt x="1790357" y="658596"/>
                </a:lnTo>
                <a:lnTo>
                  <a:pt x="1739506" y="653630"/>
                </a:lnTo>
                <a:lnTo>
                  <a:pt x="1691335" y="639038"/>
                </a:lnTo>
                <a:lnTo>
                  <a:pt x="1646948" y="615289"/>
                </a:lnTo>
                <a:lnTo>
                  <a:pt x="1607489" y="582853"/>
                </a:lnTo>
                <a:lnTo>
                  <a:pt x="1575041" y="543382"/>
                </a:lnTo>
                <a:lnTo>
                  <a:pt x="1551305" y="499008"/>
                </a:lnTo>
                <a:lnTo>
                  <a:pt x="1536712" y="450837"/>
                </a:lnTo>
                <a:lnTo>
                  <a:pt x="1531747" y="399986"/>
                </a:lnTo>
                <a:lnTo>
                  <a:pt x="1536712" y="349135"/>
                </a:lnTo>
                <a:lnTo>
                  <a:pt x="1551305" y="300964"/>
                </a:lnTo>
                <a:lnTo>
                  <a:pt x="1575041" y="256590"/>
                </a:lnTo>
                <a:lnTo>
                  <a:pt x="1607489" y="217119"/>
                </a:lnTo>
                <a:lnTo>
                  <a:pt x="1646948" y="184683"/>
                </a:lnTo>
                <a:lnTo>
                  <a:pt x="1691335" y="160934"/>
                </a:lnTo>
                <a:lnTo>
                  <a:pt x="1739506" y="146342"/>
                </a:lnTo>
                <a:lnTo>
                  <a:pt x="1790357" y="141376"/>
                </a:lnTo>
                <a:lnTo>
                  <a:pt x="1841195" y="146342"/>
                </a:lnTo>
                <a:lnTo>
                  <a:pt x="1889366" y="160934"/>
                </a:lnTo>
                <a:lnTo>
                  <a:pt x="1933752" y="184683"/>
                </a:lnTo>
                <a:lnTo>
                  <a:pt x="1973211" y="217119"/>
                </a:lnTo>
                <a:lnTo>
                  <a:pt x="2005660" y="256590"/>
                </a:lnTo>
                <a:lnTo>
                  <a:pt x="2029396" y="300964"/>
                </a:lnTo>
                <a:lnTo>
                  <a:pt x="2043988" y="349135"/>
                </a:lnTo>
                <a:lnTo>
                  <a:pt x="2048954" y="399986"/>
                </a:lnTo>
                <a:lnTo>
                  <a:pt x="2048954" y="95148"/>
                </a:lnTo>
                <a:lnTo>
                  <a:pt x="2013724" y="68097"/>
                </a:lnTo>
                <a:lnTo>
                  <a:pt x="1980869" y="48196"/>
                </a:lnTo>
                <a:lnTo>
                  <a:pt x="1946071" y="31470"/>
                </a:lnTo>
                <a:lnTo>
                  <a:pt x="1908517" y="17741"/>
                </a:lnTo>
                <a:lnTo>
                  <a:pt x="1869948" y="7899"/>
                </a:lnTo>
                <a:lnTo>
                  <a:pt x="1830514" y="1981"/>
                </a:lnTo>
                <a:lnTo>
                  <a:pt x="1790357" y="0"/>
                </a:lnTo>
                <a:lnTo>
                  <a:pt x="1750199" y="1981"/>
                </a:lnTo>
                <a:lnTo>
                  <a:pt x="1710778" y="7899"/>
                </a:lnTo>
                <a:lnTo>
                  <a:pt x="1672209" y="17741"/>
                </a:lnTo>
                <a:lnTo>
                  <a:pt x="1634642" y="31470"/>
                </a:lnTo>
                <a:lnTo>
                  <a:pt x="1599844" y="48196"/>
                </a:lnTo>
                <a:lnTo>
                  <a:pt x="1566989" y="68097"/>
                </a:lnTo>
                <a:lnTo>
                  <a:pt x="1536179" y="91122"/>
                </a:lnTo>
                <a:lnTo>
                  <a:pt x="1507528" y="117157"/>
                </a:lnTo>
                <a:lnTo>
                  <a:pt x="1481480" y="145808"/>
                </a:lnTo>
                <a:lnTo>
                  <a:pt x="1458468" y="176618"/>
                </a:lnTo>
                <a:lnTo>
                  <a:pt x="1438567" y="209486"/>
                </a:lnTo>
                <a:lnTo>
                  <a:pt x="1421828" y="244284"/>
                </a:lnTo>
                <a:lnTo>
                  <a:pt x="1408112" y="281838"/>
                </a:lnTo>
                <a:lnTo>
                  <a:pt x="1398270" y="320408"/>
                </a:lnTo>
                <a:lnTo>
                  <a:pt x="1392351" y="359829"/>
                </a:lnTo>
                <a:lnTo>
                  <a:pt x="1390370" y="399986"/>
                </a:lnTo>
                <a:lnTo>
                  <a:pt x="1392339" y="440156"/>
                </a:lnTo>
                <a:lnTo>
                  <a:pt x="1398270" y="479577"/>
                </a:lnTo>
                <a:lnTo>
                  <a:pt x="1408099" y="518147"/>
                </a:lnTo>
                <a:lnTo>
                  <a:pt x="1421828" y="555713"/>
                </a:lnTo>
                <a:lnTo>
                  <a:pt x="1438554" y="590511"/>
                </a:lnTo>
                <a:lnTo>
                  <a:pt x="1458468" y="623366"/>
                </a:lnTo>
                <a:lnTo>
                  <a:pt x="1481480" y="654177"/>
                </a:lnTo>
                <a:lnTo>
                  <a:pt x="1507528" y="682828"/>
                </a:lnTo>
                <a:lnTo>
                  <a:pt x="1538147" y="710476"/>
                </a:lnTo>
                <a:lnTo>
                  <a:pt x="1548942" y="718947"/>
                </a:lnTo>
                <a:lnTo>
                  <a:pt x="1545513" y="720331"/>
                </a:lnTo>
                <a:lnTo>
                  <a:pt x="1493837" y="744232"/>
                </a:lnTo>
                <a:lnTo>
                  <a:pt x="1450632" y="768731"/>
                </a:lnTo>
                <a:lnTo>
                  <a:pt x="1409496" y="796455"/>
                </a:lnTo>
                <a:lnTo>
                  <a:pt x="1370520" y="827366"/>
                </a:lnTo>
                <a:lnTo>
                  <a:pt x="1333804" y="861390"/>
                </a:lnTo>
                <a:lnTo>
                  <a:pt x="1299781" y="898118"/>
                </a:lnTo>
                <a:lnTo>
                  <a:pt x="1268869" y="937094"/>
                </a:lnTo>
                <a:lnTo>
                  <a:pt x="1241132" y="978230"/>
                </a:lnTo>
                <a:lnTo>
                  <a:pt x="1216647" y="1021435"/>
                </a:lnTo>
                <a:lnTo>
                  <a:pt x="1195451" y="1066609"/>
                </a:lnTo>
                <a:lnTo>
                  <a:pt x="1177239" y="1114971"/>
                </a:lnTo>
                <a:lnTo>
                  <a:pt x="1163027" y="1164399"/>
                </a:lnTo>
                <a:lnTo>
                  <a:pt x="1152855" y="1214780"/>
                </a:lnTo>
                <a:lnTo>
                  <a:pt x="1146733" y="1265999"/>
                </a:lnTo>
                <a:lnTo>
                  <a:pt x="1146683" y="1267294"/>
                </a:lnTo>
                <a:lnTo>
                  <a:pt x="1144676" y="1317955"/>
                </a:lnTo>
                <a:lnTo>
                  <a:pt x="1150239" y="1345450"/>
                </a:lnTo>
                <a:lnTo>
                  <a:pt x="1165402" y="1367929"/>
                </a:lnTo>
                <a:lnTo>
                  <a:pt x="1187881" y="1383093"/>
                </a:lnTo>
                <a:lnTo>
                  <a:pt x="1215364" y="1388656"/>
                </a:lnTo>
                <a:lnTo>
                  <a:pt x="1242860" y="1383093"/>
                </a:lnTo>
                <a:lnTo>
                  <a:pt x="1265326" y="1367929"/>
                </a:lnTo>
                <a:lnTo>
                  <a:pt x="1280502" y="1345450"/>
                </a:lnTo>
                <a:lnTo>
                  <a:pt x="1286065" y="1317955"/>
                </a:lnTo>
                <a:lnTo>
                  <a:pt x="1288554" y="1267294"/>
                </a:lnTo>
                <a:lnTo>
                  <a:pt x="1296009" y="1217587"/>
                </a:lnTo>
                <a:lnTo>
                  <a:pt x="1308392" y="1168996"/>
                </a:lnTo>
                <a:lnTo>
                  <a:pt x="1325664" y="1121689"/>
                </a:lnTo>
                <a:lnTo>
                  <a:pt x="1346746" y="1077836"/>
                </a:lnTo>
                <a:lnTo>
                  <a:pt x="1371854" y="1036396"/>
                </a:lnTo>
                <a:lnTo>
                  <a:pt x="1400898" y="997534"/>
                </a:lnTo>
                <a:lnTo>
                  <a:pt x="1433766" y="961377"/>
                </a:lnTo>
                <a:lnTo>
                  <a:pt x="1469923" y="928509"/>
                </a:lnTo>
                <a:lnTo>
                  <a:pt x="1508785" y="899477"/>
                </a:lnTo>
                <a:lnTo>
                  <a:pt x="1550212" y="874369"/>
                </a:lnTo>
                <a:lnTo>
                  <a:pt x="1594078" y="853274"/>
                </a:lnTo>
                <a:lnTo>
                  <a:pt x="1641386" y="836002"/>
                </a:lnTo>
                <a:lnTo>
                  <a:pt x="1689976" y="823620"/>
                </a:lnTo>
                <a:lnTo>
                  <a:pt x="1739684" y="816178"/>
                </a:lnTo>
                <a:lnTo>
                  <a:pt x="1790357" y="813676"/>
                </a:lnTo>
                <a:lnTo>
                  <a:pt x="1841017" y="816178"/>
                </a:lnTo>
                <a:lnTo>
                  <a:pt x="1890725" y="823620"/>
                </a:lnTo>
                <a:lnTo>
                  <a:pt x="1939315" y="836002"/>
                </a:lnTo>
                <a:lnTo>
                  <a:pt x="1986622" y="853274"/>
                </a:lnTo>
                <a:lnTo>
                  <a:pt x="2030476" y="874369"/>
                </a:lnTo>
                <a:lnTo>
                  <a:pt x="2071916" y="899477"/>
                </a:lnTo>
                <a:lnTo>
                  <a:pt x="2110778" y="928509"/>
                </a:lnTo>
                <a:lnTo>
                  <a:pt x="2146935" y="961377"/>
                </a:lnTo>
                <a:lnTo>
                  <a:pt x="2179802" y="997534"/>
                </a:lnTo>
                <a:lnTo>
                  <a:pt x="2208834" y="1036396"/>
                </a:lnTo>
                <a:lnTo>
                  <a:pt x="2233942" y="1077836"/>
                </a:lnTo>
                <a:lnTo>
                  <a:pt x="2255037" y="1121689"/>
                </a:lnTo>
                <a:lnTo>
                  <a:pt x="2272309" y="1168996"/>
                </a:lnTo>
                <a:lnTo>
                  <a:pt x="2284692" y="1217587"/>
                </a:lnTo>
                <a:lnTo>
                  <a:pt x="2292146" y="1267294"/>
                </a:lnTo>
                <a:lnTo>
                  <a:pt x="2294636" y="1317955"/>
                </a:lnTo>
                <a:lnTo>
                  <a:pt x="2300198" y="1345450"/>
                </a:lnTo>
                <a:lnTo>
                  <a:pt x="2315375" y="1367929"/>
                </a:lnTo>
                <a:lnTo>
                  <a:pt x="2337841" y="1383093"/>
                </a:lnTo>
                <a:lnTo>
                  <a:pt x="2365337" y="1388656"/>
                </a:lnTo>
                <a:lnTo>
                  <a:pt x="2392819" y="1383093"/>
                </a:lnTo>
                <a:lnTo>
                  <a:pt x="2415298" y="1367929"/>
                </a:lnTo>
                <a:lnTo>
                  <a:pt x="2430462" y="1345450"/>
                </a:lnTo>
                <a:lnTo>
                  <a:pt x="2436025" y="1317955"/>
                </a:lnTo>
                <a:close/>
              </a:path>
              <a:path w="3134995" h="2569845">
                <a:moveTo>
                  <a:pt x="3134817" y="1581835"/>
                </a:moveTo>
                <a:lnTo>
                  <a:pt x="3129648" y="1538427"/>
                </a:lnTo>
                <a:lnTo>
                  <a:pt x="3116567" y="1496720"/>
                </a:lnTo>
                <a:lnTo>
                  <a:pt x="3114395" y="1492643"/>
                </a:lnTo>
                <a:lnTo>
                  <a:pt x="3095802" y="1457731"/>
                </a:lnTo>
                <a:lnTo>
                  <a:pt x="3067342" y="1422298"/>
                </a:lnTo>
                <a:lnTo>
                  <a:pt x="3033103" y="1393266"/>
                </a:lnTo>
                <a:lnTo>
                  <a:pt x="2993974" y="1371257"/>
                </a:lnTo>
                <a:lnTo>
                  <a:pt x="2992945" y="1370914"/>
                </a:lnTo>
                <a:lnTo>
                  <a:pt x="2992945" y="1585658"/>
                </a:lnTo>
                <a:lnTo>
                  <a:pt x="2991764" y="1603387"/>
                </a:lnTo>
                <a:lnTo>
                  <a:pt x="2971266" y="1648841"/>
                </a:lnTo>
                <a:lnTo>
                  <a:pt x="1884362" y="2331110"/>
                </a:lnTo>
                <a:lnTo>
                  <a:pt x="1823605" y="2364536"/>
                </a:lnTo>
                <a:lnTo>
                  <a:pt x="1759610" y="2391156"/>
                </a:lnTo>
                <a:lnTo>
                  <a:pt x="1693849" y="2410460"/>
                </a:lnTo>
                <a:lnTo>
                  <a:pt x="1626387" y="2422601"/>
                </a:lnTo>
                <a:lnTo>
                  <a:pt x="1587030" y="2426271"/>
                </a:lnTo>
                <a:lnTo>
                  <a:pt x="1547469" y="2427503"/>
                </a:lnTo>
                <a:lnTo>
                  <a:pt x="1532966" y="2427338"/>
                </a:lnTo>
                <a:lnTo>
                  <a:pt x="1518437" y="2426843"/>
                </a:lnTo>
                <a:lnTo>
                  <a:pt x="1503946" y="2426017"/>
                </a:lnTo>
                <a:lnTo>
                  <a:pt x="1488059" y="2424747"/>
                </a:lnTo>
                <a:lnTo>
                  <a:pt x="1488541" y="2424747"/>
                </a:lnTo>
                <a:lnTo>
                  <a:pt x="1455102" y="2420759"/>
                </a:lnTo>
                <a:lnTo>
                  <a:pt x="1420939" y="2414790"/>
                </a:lnTo>
                <a:lnTo>
                  <a:pt x="1387144" y="2406967"/>
                </a:lnTo>
                <a:lnTo>
                  <a:pt x="1353832" y="2397328"/>
                </a:lnTo>
                <a:lnTo>
                  <a:pt x="1126020" y="2324570"/>
                </a:lnTo>
                <a:lnTo>
                  <a:pt x="1100607" y="2316454"/>
                </a:lnTo>
                <a:lnTo>
                  <a:pt x="737958" y="2200630"/>
                </a:lnTo>
                <a:lnTo>
                  <a:pt x="680872" y="2187143"/>
                </a:lnTo>
                <a:lnTo>
                  <a:pt x="622388" y="2182622"/>
                </a:lnTo>
                <a:lnTo>
                  <a:pt x="496138" y="2182622"/>
                </a:lnTo>
                <a:lnTo>
                  <a:pt x="496138" y="1510233"/>
                </a:lnTo>
                <a:lnTo>
                  <a:pt x="798664" y="1510233"/>
                </a:lnTo>
                <a:lnTo>
                  <a:pt x="825207" y="1511744"/>
                </a:lnTo>
                <a:lnTo>
                  <a:pt x="851458" y="1516202"/>
                </a:lnTo>
                <a:lnTo>
                  <a:pt x="877049" y="1523542"/>
                </a:lnTo>
                <a:lnTo>
                  <a:pt x="901636" y="1533664"/>
                </a:lnTo>
                <a:lnTo>
                  <a:pt x="1117028" y="1637055"/>
                </a:lnTo>
                <a:lnTo>
                  <a:pt x="1156271" y="1653222"/>
                </a:lnTo>
                <a:lnTo>
                  <a:pt x="1197127" y="1664944"/>
                </a:lnTo>
                <a:lnTo>
                  <a:pt x="1239037" y="1672056"/>
                </a:lnTo>
                <a:lnTo>
                  <a:pt x="1281417" y="1674469"/>
                </a:lnTo>
                <a:lnTo>
                  <a:pt x="1924824" y="1674469"/>
                </a:lnTo>
                <a:lnTo>
                  <a:pt x="1960295" y="1681645"/>
                </a:lnTo>
                <a:lnTo>
                  <a:pt x="1989289" y="1701215"/>
                </a:lnTo>
                <a:lnTo>
                  <a:pt x="2008860" y="1730209"/>
                </a:lnTo>
                <a:lnTo>
                  <a:pt x="2016036" y="1765681"/>
                </a:lnTo>
                <a:lnTo>
                  <a:pt x="2013242" y="1788160"/>
                </a:lnTo>
                <a:lnTo>
                  <a:pt x="1992261" y="1827072"/>
                </a:lnTo>
                <a:lnTo>
                  <a:pt x="1955761" y="1848396"/>
                </a:lnTo>
                <a:lnTo>
                  <a:pt x="1916125" y="1855952"/>
                </a:lnTo>
                <a:lnTo>
                  <a:pt x="1895856" y="1856892"/>
                </a:lnTo>
                <a:lnTo>
                  <a:pt x="1275816" y="1856892"/>
                </a:lnTo>
                <a:lnTo>
                  <a:pt x="1248219" y="1862480"/>
                </a:lnTo>
                <a:lnTo>
                  <a:pt x="1225664" y="1877707"/>
                </a:lnTo>
                <a:lnTo>
                  <a:pt x="1210437" y="1900262"/>
                </a:lnTo>
                <a:lnTo>
                  <a:pt x="1204861" y="1927860"/>
                </a:lnTo>
                <a:lnTo>
                  <a:pt x="1210437" y="1955457"/>
                </a:lnTo>
                <a:lnTo>
                  <a:pt x="1225664" y="1978012"/>
                </a:lnTo>
                <a:lnTo>
                  <a:pt x="1248219" y="1993239"/>
                </a:lnTo>
                <a:lnTo>
                  <a:pt x="1275816" y="1998814"/>
                </a:lnTo>
                <a:lnTo>
                  <a:pt x="1924824" y="1998814"/>
                </a:lnTo>
                <a:lnTo>
                  <a:pt x="1955139" y="1996859"/>
                </a:lnTo>
                <a:lnTo>
                  <a:pt x="1984781" y="1991042"/>
                </a:lnTo>
                <a:lnTo>
                  <a:pt x="2013331" y="1981479"/>
                </a:lnTo>
                <a:lnTo>
                  <a:pt x="2040382" y="1968284"/>
                </a:lnTo>
                <a:lnTo>
                  <a:pt x="2048916" y="1964372"/>
                </a:lnTo>
                <a:lnTo>
                  <a:pt x="2057361" y="1960232"/>
                </a:lnTo>
                <a:lnTo>
                  <a:pt x="2065693" y="1955876"/>
                </a:lnTo>
                <a:lnTo>
                  <a:pt x="2073871" y="1951316"/>
                </a:lnTo>
                <a:lnTo>
                  <a:pt x="2441397" y="1740128"/>
                </a:lnTo>
                <a:lnTo>
                  <a:pt x="2848749" y="1506054"/>
                </a:lnTo>
                <a:lnTo>
                  <a:pt x="2860205" y="1500263"/>
                </a:lnTo>
                <a:lnTo>
                  <a:pt x="2872257" y="1496060"/>
                </a:lnTo>
                <a:lnTo>
                  <a:pt x="2884728" y="1493507"/>
                </a:lnTo>
                <a:lnTo>
                  <a:pt x="2897454" y="1492643"/>
                </a:lnTo>
                <a:lnTo>
                  <a:pt x="2921025" y="1495577"/>
                </a:lnTo>
                <a:lnTo>
                  <a:pt x="2961830" y="1517611"/>
                </a:lnTo>
                <a:lnTo>
                  <a:pt x="2985605" y="1551406"/>
                </a:lnTo>
                <a:lnTo>
                  <a:pt x="2992945" y="1585658"/>
                </a:lnTo>
                <a:lnTo>
                  <a:pt x="2992945" y="1370914"/>
                </a:lnTo>
                <a:lnTo>
                  <a:pt x="2950857" y="1356880"/>
                </a:lnTo>
                <a:lnTo>
                  <a:pt x="2910675" y="1351127"/>
                </a:lnTo>
                <a:lnTo>
                  <a:pt x="2897174" y="1350746"/>
                </a:lnTo>
                <a:lnTo>
                  <a:pt x="2865717" y="1352867"/>
                </a:lnTo>
                <a:lnTo>
                  <a:pt x="2834881" y="1359141"/>
                </a:lnTo>
                <a:lnTo>
                  <a:pt x="2805125" y="1369453"/>
                </a:lnTo>
                <a:lnTo>
                  <a:pt x="2776880" y="1383677"/>
                </a:lnTo>
                <a:lnTo>
                  <a:pt x="2156574" y="1740128"/>
                </a:lnTo>
                <a:lnTo>
                  <a:pt x="2149017" y="1701507"/>
                </a:lnTo>
                <a:lnTo>
                  <a:pt x="2148903" y="1701215"/>
                </a:lnTo>
                <a:lnTo>
                  <a:pt x="2135136" y="1664944"/>
                </a:lnTo>
                <a:lnTo>
                  <a:pt x="2115261" y="1631162"/>
                </a:lnTo>
                <a:lnTo>
                  <a:pt x="2089670" y="1600847"/>
                </a:lnTo>
                <a:lnTo>
                  <a:pt x="2054085" y="1571599"/>
                </a:lnTo>
                <a:lnTo>
                  <a:pt x="2014080" y="1550200"/>
                </a:lnTo>
                <a:lnTo>
                  <a:pt x="1970646" y="1537042"/>
                </a:lnTo>
                <a:lnTo>
                  <a:pt x="1924812" y="1532572"/>
                </a:lnTo>
                <a:lnTo>
                  <a:pt x="1281404" y="1532572"/>
                </a:lnTo>
                <a:lnTo>
                  <a:pt x="1254861" y="1531061"/>
                </a:lnTo>
                <a:lnTo>
                  <a:pt x="1203007" y="1519262"/>
                </a:lnTo>
                <a:lnTo>
                  <a:pt x="963041" y="1405750"/>
                </a:lnTo>
                <a:lnTo>
                  <a:pt x="923798" y="1389570"/>
                </a:lnTo>
                <a:lnTo>
                  <a:pt x="896073" y="1381633"/>
                </a:lnTo>
                <a:lnTo>
                  <a:pt x="882929" y="1377861"/>
                </a:lnTo>
                <a:lnTo>
                  <a:pt x="841032" y="1370736"/>
                </a:lnTo>
                <a:lnTo>
                  <a:pt x="798652" y="1368336"/>
                </a:lnTo>
                <a:lnTo>
                  <a:pt x="496138" y="1368336"/>
                </a:lnTo>
                <a:lnTo>
                  <a:pt x="496138" y="1310690"/>
                </a:lnTo>
                <a:lnTo>
                  <a:pt x="490550" y="1283093"/>
                </a:lnTo>
                <a:lnTo>
                  <a:pt x="475335" y="1260525"/>
                </a:lnTo>
                <a:lnTo>
                  <a:pt x="452767" y="1245311"/>
                </a:lnTo>
                <a:lnTo>
                  <a:pt x="425170" y="1239723"/>
                </a:lnTo>
                <a:lnTo>
                  <a:pt x="354215" y="1239723"/>
                </a:lnTo>
                <a:lnTo>
                  <a:pt x="354215" y="1381633"/>
                </a:lnTo>
                <a:lnTo>
                  <a:pt x="354215" y="2316454"/>
                </a:lnTo>
                <a:lnTo>
                  <a:pt x="141922" y="2316454"/>
                </a:lnTo>
                <a:lnTo>
                  <a:pt x="141922" y="1381633"/>
                </a:lnTo>
                <a:lnTo>
                  <a:pt x="354215" y="1381633"/>
                </a:lnTo>
                <a:lnTo>
                  <a:pt x="354215" y="1239723"/>
                </a:lnTo>
                <a:lnTo>
                  <a:pt x="70967" y="1239723"/>
                </a:lnTo>
                <a:lnTo>
                  <a:pt x="43370" y="1245311"/>
                </a:lnTo>
                <a:lnTo>
                  <a:pt x="20815" y="1260525"/>
                </a:lnTo>
                <a:lnTo>
                  <a:pt x="5588" y="1283093"/>
                </a:lnTo>
                <a:lnTo>
                  <a:pt x="0" y="1310690"/>
                </a:lnTo>
                <a:lnTo>
                  <a:pt x="0" y="2387422"/>
                </a:lnTo>
                <a:lnTo>
                  <a:pt x="5588" y="2415019"/>
                </a:lnTo>
                <a:lnTo>
                  <a:pt x="20815" y="2437574"/>
                </a:lnTo>
                <a:lnTo>
                  <a:pt x="43370" y="2452801"/>
                </a:lnTo>
                <a:lnTo>
                  <a:pt x="70967" y="2458389"/>
                </a:lnTo>
                <a:lnTo>
                  <a:pt x="425183" y="2458389"/>
                </a:lnTo>
                <a:lnTo>
                  <a:pt x="475335" y="2437574"/>
                </a:lnTo>
                <a:lnTo>
                  <a:pt x="496150" y="2387422"/>
                </a:lnTo>
                <a:lnTo>
                  <a:pt x="496150" y="2324570"/>
                </a:lnTo>
                <a:lnTo>
                  <a:pt x="622401" y="2324570"/>
                </a:lnTo>
                <a:lnTo>
                  <a:pt x="677049" y="2330932"/>
                </a:lnTo>
                <a:lnTo>
                  <a:pt x="1310665" y="2532545"/>
                </a:lnTo>
                <a:lnTo>
                  <a:pt x="1351407" y="2544330"/>
                </a:lnTo>
                <a:lnTo>
                  <a:pt x="1392732" y="2553893"/>
                </a:lnTo>
                <a:lnTo>
                  <a:pt x="1434515" y="2561196"/>
                </a:lnTo>
                <a:lnTo>
                  <a:pt x="1476603" y="2566212"/>
                </a:lnTo>
                <a:lnTo>
                  <a:pt x="1529740" y="2569235"/>
                </a:lnTo>
                <a:lnTo>
                  <a:pt x="1547469" y="2569438"/>
                </a:lnTo>
                <a:lnTo>
                  <a:pt x="1571650" y="2569057"/>
                </a:lnTo>
                <a:lnTo>
                  <a:pt x="1619973" y="2566060"/>
                </a:lnTo>
                <a:lnTo>
                  <a:pt x="1685404" y="2557145"/>
                </a:lnTo>
                <a:lnTo>
                  <a:pt x="1726476" y="2548598"/>
                </a:lnTo>
                <a:lnTo>
                  <a:pt x="1767014" y="2537879"/>
                </a:lnTo>
                <a:lnTo>
                  <a:pt x="1806879" y="2524988"/>
                </a:lnTo>
                <a:lnTo>
                  <a:pt x="1846440" y="2509786"/>
                </a:lnTo>
                <a:lnTo>
                  <a:pt x="1885149" y="2492438"/>
                </a:lnTo>
                <a:lnTo>
                  <a:pt x="1922868" y="2473007"/>
                </a:lnTo>
                <a:lnTo>
                  <a:pt x="1959457" y="2451557"/>
                </a:lnTo>
                <a:lnTo>
                  <a:pt x="1998027" y="2427503"/>
                </a:lnTo>
                <a:lnTo>
                  <a:pt x="3040646" y="1777517"/>
                </a:lnTo>
                <a:lnTo>
                  <a:pt x="3076854" y="1743798"/>
                </a:lnTo>
                <a:lnTo>
                  <a:pt x="3102343" y="1708289"/>
                </a:lnTo>
                <a:lnTo>
                  <a:pt x="3120860" y="1668691"/>
                </a:lnTo>
                <a:lnTo>
                  <a:pt x="3131870" y="1625917"/>
                </a:lnTo>
                <a:lnTo>
                  <a:pt x="3134817" y="1581835"/>
                </a:lnTo>
                <a:close/>
              </a:path>
            </a:pathLst>
          </a:custGeom>
          <a:solidFill>
            <a:srgbClr val="4F95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035141" y="5936570"/>
            <a:ext cx="317500" cy="305435"/>
          </a:xfrm>
          <a:custGeom>
            <a:avLst/>
            <a:gdLst/>
            <a:ahLst/>
            <a:cxnLst/>
            <a:rect l="l" t="t" r="r" b="b"/>
            <a:pathLst>
              <a:path w="317500" h="305435">
                <a:moveTo>
                  <a:pt x="246550" y="305340"/>
                </a:moveTo>
                <a:lnTo>
                  <a:pt x="235904" y="303059"/>
                </a:lnTo>
                <a:lnTo>
                  <a:pt x="161855" y="262706"/>
                </a:lnTo>
                <a:lnTo>
                  <a:pt x="155051" y="262706"/>
                </a:lnTo>
                <a:lnTo>
                  <a:pt x="81001" y="303059"/>
                </a:lnTo>
                <a:lnTo>
                  <a:pt x="70355" y="305340"/>
                </a:lnTo>
                <a:lnTo>
                  <a:pt x="60815" y="301729"/>
                </a:lnTo>
                <a:lnTo>
                  <a:pt x="54447" y="293734"/>
                </a:lnTo>
                <a:lnTo>
                  <a:pt x="53317" y="282863"/>
                </a:lnTo>
                <a:lnTo>
                  <a:pt x="68658" y="199681"/>
                </a:lnTo>
                <a:lnTo>
                  <a:pt x="66555" y="193182"/>
                </a:lnTo>
                <a:lnTo>
                  <a:pt x="5449" y="134937"/>
                </a:lnTo>
                <a:lnTo>
                  <a:pt x="0" y="125475"/>
                </a:lnTo>
                <a:lnTo>
                  <a:pt x="471" y="115250"/>
                </a:lnTo>
                <a:lnTo>
                  <a:pt x="6076" y="106699"/>
                </a:lnTo>
                <a:lnTo>
                  <a:pt x="16023" y="102260"/>
                </a:lnTo>
                <a:lnTo>
                  <a:pt x="99553" y="91205"/>
                </a:lnTo>
                <a:lnTo>
                  <a:pt x="105059" y="87188"/>
                </a:lnTo>
                <a:lnTo>
                  <a:pt x="141342" y="10837"/>
                </a:lnTo>
                <a:lnTo>
                  <a:pt x="148621" y="2709"/>
                </a:lnTo>
                <a:lnTo>
                  <a:pt x="158453" y="0"/>
                </a:lnTo>
                <a:lnTo>
                  <a:pt x="168285" y="2709"/>
                </a:lnTo>
                <a:lnTo>
                  <a:pt x="175564" y="10837"/>
                </a:lnTo>
                <a:lnTo>
                  <a:pt x="211845" y="87188"/>
                </a:lnTo>
                <a:lnTo>
                  <a:pt x="217353" y="91205"/>
                </a:lnTo>
                <a:lnTo>
                  <a:pt x="300882" y="102260"/>
                </a:lnTo>
                <a:lnTo>
                  <a:pt x="310830" y="106699"/>
                </a:lnTo>
                <a:lnTo>
                  <a:pt x="316433" y="115250"/>
                </a:lnTo>
                <a:lnTo>
                  <a:pt x="316905" y="125475"/>
                </a:lnTo>
                <a:lnTo>
                  <a:pt x="311455" y="134937"/>
                </a:lnTo>
                <a:lnTo>
                  <a:pt x="250350" y="193182"/>
                </a:lnTo>
                <a:lnTo>
                  <a:pt x="248247" y="199681"/>
                </a:lnTo>
                <a:lnTo>
                  <a:pt x="263588" y="282863"/>
                </a:lnTo>
                <a:lnTo>
                  <a:pt x="262458" y="293734"/>
                </a:lnTo>
                <a:lnTo>
                  <a:pt x="256090" y="301729"/>
                </a:lnTo>
                <a:lnTo>
                  <a:pt x="246550" y="30534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486096" y="5936570"/>
            <a:ext cx="317500" cy="305435"/>
          </a:xfrm>
          <a:custGeom>
            <a:avLst/>
            <a:gdLst/>
            <a:ahLst/>
            <a:cxnLst/>
            <a:rect l="l" t="t" r="r" b="b"/>
            <a:pathLst>
              <a:path w="317500" h="305435">
                <a:moveTo>
                  <a:pt x="246549" y="305340"/>
                </a:moveTo>
                <a:lnTo>
                  <a:pt x="235903" y="303059"/>
                </a:lnTo>
                <a:lnTo>
                  <a:pt x="161853" y="262706"/>
                </a:lnTo>
                <a:lnTo>
                  <a:pt x="155050" y="262706"/>
                </a:lnTo>
                <a:lnTo>
                  <a:pt x="81000" y="303059"/>
                </a:lnTo>
                <a:lnTo>
                  <a:pt x="70354" y="305340"/>
                </a:lnTo>
                <a:lnTo>
                  <a:pt x="60814" y="301729"/>
                </a:lnTo>
                <a:lnTo>
                  <a:pt x="54447" y="293734"/>
                </a:lnTo>
                <a:lnTo>
                  <a:pt x="53316" y="282863"/>
                </a:lnTo>
                <a:lnTo>
                  <a:pt x="68657" y="199681"/>
                </a:lnTo>
                <a:lnTo>
                  <a:pt x="66554" y="193182"/>
                </a:lnTo>
                <a:lnTo>
                  <a:pt x="5449" y="134937"/>
                </a:lnTo>
                <a:lnTo>
                  <a:pt x="0" y="125475"/>
                </a:lnTo>
                <a:lnTo>
                  <a:pt x="471" y="115250"/>
                </a:lnTo>
                <a:lnTo>
                  <a:pt x="6075" y="106699"/>
                </a:lnTo>
                <a:lnTo>
                  <a:pt x="16022" y="102260"/>
                </a:lnTo>
                <a:lnTo>
                  <a:pt x="99551" y="91205"/>
                </a:lnTo>
                <a:lnTo>
                  <a:pt x="105059" y="87188"/>
                </a:lnTo>
                <a:lnTo>
                  <a:pt x="141341" y="10837"/>
                </a:lnTo>
                <a:lnTo>
                  <a:pt x="148619" y="2709"/>
                </a:lnTo>
                <a:lnTo>
                  <a:pt x="158451" y="0"/>
                </a:lnTo>
                <a:lnTo>
                  <a:pt x="168284" y="2709"/>
                </a:lnTo>
                <a:lnTo>
                  <a:pt x="175562" y="10837"/>
                </a:lnTo>
                <a:lnTo>
                  <a:pt x="211844" y="87188"/>
                </a:lnTo>
                <a:lnTo>
                  <a:pt x="217352" y="91205"/>
                </a:lnTo>
                <a:lnTo>
                  <a:pt x="300881" y="102260"/>
                </a:lnTo>
                <a:lnTo>
                  <a:pt x="310828" y="106699"/>
                </a:lnTo>
                <a:lnTo>
                  <a:pt x="316432" y="115250"/>
                </a:lnTo>
                <a:lnTo>
                  <a:pt x="316903" y="125475"/>
                </a:lnTo>
                <a:lnTo>
                  <a:pt x="311454" y="134937"/>
                </a:lnTo>
                <a:lnTo>
                  <a:pt x="250348" y="193182"/>
                </a:lnTo>
                <a:lnTo>
                  <a:pt x="248246" y="199681"/>
                </a:lnTo>
                <a:lnTo>
                  <a:pt x="263587" y="282863"/>
                </a:lnTo>
                <a:lnTo>
                  <a:pt x="262456" y="293734"/>
                </a:lnTo>
                <a:lnTo>
                  <a:pt x="256088" y="301729"/>
                </a:lnTo>
                <a:lnTo>
                  <a:pt x="246549" y="30534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937051" y="5936570"/>
            <a:ext cx="317500" cy="305435"/>
          </a:xfrm>
          <a:custGeom>
            <a:avLst/>
            <a:gdLst/>
            <a:ahLst/>
            <a:cxnLst/>
            <a:rect l="l" t="t" r="r" b="b"/>
            <a:pathLst>
              <a:path w="317500" h="305435">
                <a:moveTo>
                  <a:pt x="246549" y="305340"/>
                </a:moveTo>
                <a:lnTo>
                  <a:pt x="235903" y="303059"/>
                </a:lnTo>
                <a:lnTo>
                  <a:pt x="161853" y="262706"/>
                </a:lnTo>
                <a:lnTo>
                  <a:pt x="155050" y="262706"/>
                </a:lnTo>
                <a:lnTo>
                  <a:pt x="81000" y="303059"/>
                </a:lnTo>
                <a:lnTo>
                  <a:pt x="70354" y="305340"/>
                </a:lnTo>
                <a:lnTo>
                  <a:pt x="60814" y="301729"/>
                </a:lnTo>
                <a:lnTo>
                  <a:pt x="54447" y="293734"/>
                </a:lnTo>
                <a:lnTo>
                  <a:pt x="53316" y="282863"/>
                </a:lnTo>
                <a:lnTo>
                  <a:pt x="68657" y="199681"/>
                </a:lnTo>
                <a:lnTo>
                  <a:pt x="66554" y="193182"/>
                </a:lnTo>
                <a:lnTo>
                  <a:pt x="5449" y="134937"/>
                </a:lnTo>
                <a:lnTo>
                  <a:pt x="0" y="125475"/>
                </a:lnTo>
                <a:lnTo>
                  <a:pt x="471" y="115250"/>
                </a:lnTo>
                <a:lnTo>
                  <a:pt x="6075" y="106699"/>
                </a:lnTo>
                <a:lnTo>
                  <a:pt x="16022" y="102260"/>
                </a:lnTo>
                <a:lnTo>
                  <a:pt x="99551" y="91205"/>
                </a:lnTo>
                <a:lnTo>
                  <a:pt x="105059" y="87188"/>
                </a:lnTo>
                <a:lnTo>
                  <a:pt x="141341" y="10837"/>
                </a:lnTo>
                <a:lnTo>
                  <a:pt x="148619" y="2709"/>
                </a:lnTo>
                <a:lnTo>
                  <a:pt x="158451" y="0"/>
                </a:lnTo>
                <a:lnTo>
                  <a:pt x="168284" y="2709"/>
                </a:lnTo>
                <a:lnTo>
                  <a:pt x="175562" y="10837"/>
                </a:lnTo>
                <a:lnTo>
                  <a:pt x="211844" y="87188"/>
                </a:lnTo>
                <a:lnTo>
                  <a:pt x="217352" y="91205"/>
                </a:lnTo>
                <a:lnTo>
                  <a:pt x="300881" y="102260"/>
                </a:lnTo>
                <a:lnTo>
                  <a:pt x="310828" y="106699"/>
                </a:lnTo>
                <a:lnTo>
                  <a:pt x="316432" y="115250"/>
                </a:lnTo>
                <a:lnTo>
                  <a:pt x="316903" y="125475"/>
                </a:lnTo>
                <a:lnTo>
                  <a:pt x="311454" y="134937"/>
                </a:lnTo>
                <a:lnTo>
                  <a:pt x="250348" y="193182"/>
                </a:lnTo>
                <a:lnTo>
                  <a:pt x="248246" y="199681"/>
                </a:lnTo>
                <a:lnTo>
                  <a:pt x="263587" y="282863"/>
                </a:lnTo>
                <a:lnTo>
                  <a:pt x="262456" y="293734"/>
                </a:lnTo>
                <a:lnTo>
                  <a:pt x="256088" y="301729"/>
                </a:lnTo>
                <a:lnTo>
                  <a:pt x="246549" y="30534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388005" y="5936570"/>
            <a:ext cx="317500" cy="305435"/>
          </a:xfrm>
          <a:custGeom>
            <a:avLst/>
            <a:gdLst/>
            <a:ahLst/>
            <a:cxnLst/>
            <a:rect l="l" t="t" r="r" b="b"/>
            <a:pathLst>
              <a:path w="317500" h="305435">
                <a:moveTo>
                  <a:pt x="246549" y="305340"/>
                </a:moveTo>
                <a:lnTo>
                  <a:pt x="235903" y="303059"/>
                </a:lnTo>
                <a:lnTo>
                  <a:pt x="161853" y="262706"/>
                </a:lnTo>
                <a:lnTo>
                  <a:pt x="155050" y="262706"/>
                </a:lnTo>
                <a:lnTo>
                  <a:pt x="81000" y="303059"/>
                </a:lnTo>
                <a:lnTo>
                  <a:pt x="70354" y="305340"/>
                </a:lnTo>
                <a:lnTo>
                  <a:pt x="60814" y="301729"/>
                </a:lnTo>
                <a:lnTo>
                  <a:pt x="54447" y="293734"/>
                </a:lnTo>
                <a:lnTo>
                  <a:pt x="53316" y="282863"/>
                </a:lnTo>
                <a:lnTo>
                  <a:pt x="68657" y="199681"/>
                </a:lnTo>
                <a:lnTo>
                  <a:pt x="66554" y="193182"/>
                </a:lnTo>
                <a:lnTo>
                  <a:pt x="5449" y="134937"/>
                </a:lnTo>
                <a:lnTo>
                  <a:pt x="0" y="125475"/>
                </a:lnTo>
                <a:lnTo>
                  <a:pt x="471" y="115250"/>
                </a:lnTo>
                <a:lnTo>
                  <a:pt x="6075" y="106699"/>
                </a:lnTo>
                <a:lnTo>
                  <a:pt x="16022" y="102260"/>
                </a:lnTo>
                <a:lnTo>
                  <a:pt x="99551" y="91205"/>
                </a:lnTo>
                <a:lnTo>
                  <a:pt x="105059" y="87188"/>
                </a:lnTo>
                <a:lnTo>
                  <a:pt x="141341" y="10837"/>
                </a:lnTo>
                <a:lnTo>
                  <a:pt x="148619" y="2709"/>
                </a:lnTo>
                <a:lnTo>
                  <a:pt x="158451" y="0"/>
                </a:lnTo>
                <a:lnTo>
                  <a:pt x="168284" y="2709"/>
                </a:lnTo>
                <a:lnTo>
                  <a:pt x="175562" y="10837"/>
                </a:lnTo>
                <a:lnTo>
                  <a:pt x="211844" y="87188"/>
                </a:lnTo>
                <a:lnTo>
                  <a:pt x="217352" y="91205"/>
                </a:lnTo>
                <a:lnTo>
                  <a:pt x="300881" y="102260"/>
                </a:lnTo>
                <a:lnTo>
                  <a:pt x="310828" y="106699"/>
                </a:lnTo>
                <a:lnTo>
                  <a:pt x="316432" y="115250"/>
                </a:lnTo>
                <a:lnTo>
                  <a:pt x="316903" y="125475"/>
                </a:lnTo>
                <a:lnTo>
                  <a:pt x="311454" y="134937"/>
                </a:lnTo>
                <a:lnTo>
                  <a:pt x="250348" y="193182"/>
                </a:lnTo>
                <a:lnTo>
                  <a:pt x="248246" y="199681"/>
                </a:lnTo>
                <a:lnTo>
                  <a:pt x="263587" y="282863"/>
                </a:lnTo>
                <a:lnTo>
                  <a:pt x="262456" y="293734"/>
                </a:lnTo>
                <a:lnTo>
                  <a:pt x="256088" y="301729"/>
                </a:lnTo>
                <a:lnTo>
                  <a:pt x="246549" y="30534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2838959" y="5936570"/>
            <a:ext cx="317500" cy="305435"/>
          </a:xfrm>
          <a:custGeom>
            <a:avLst/>
            <a:gdLst/>
            <a:ahLst/>
            <a:cxnLst/>
            <a:rect l="l" t="t" r="r" b="b"/>
            <a:pathLst>
              <a:path w="317500" h="305435">
                <a:moveTo>
                  <a:pt x="246549" y="305340"/>
                </a:moveTo>
                <a:lnTo>
                  <a:pt x="235903" y="303059"/>
                </a:lnTo>
                <a:lnTo>
                  <a:pt x="161853" y="262706"/>
                </a:lnTo>
                <a:lnTo>
                  <a:pt x="155050" y="262706"/>
                </a:lnTo>
                <a:lnTo>
                  <a:pt x="81000" y="303059"/>
                </a:lnTo>
                <a:lnTo>
                  <a:pt x="70354" y="305340"/>
                </a:lnTo>
                <a:lnTo>
                  <a:pt x="60814" y="301729"/>
                </a:lnTo>
                <a:lnTo>
                  <a:pt x="54447" y="293734"/>
                </a:lnTo>
                <a:lnTo>
                  <a:pt x="53316" y="282863"/>
                </a:lnTo>
                <a:lnTo>
                  <a:pt x="68657" y="199681"/>
                </a:lnTo>
                <a:lnTo>
                  <a:pt x="66554" y="193182"/>
                </a:lnTo>
                <a:lnTo>
                  <a:pt x="5449" y="134937"/>
                </a:lnTo>
                <a:lnTo>
                  <a:pt x="0" y="125475"/>
                </a:lnTo>
                <a:lnTo>
                  <a:pt x="471" y="115250"/>
                </a:lnTo>
                <a:lnTo>
                  <a:pt x="6075" y="106699"/>
                </a:lnTo>
                <a:lnTo>
                  <a:pt x="16022" y="102260"/>
                </a:lnTo>
                <a:lnTo>
                  <a:pt x="99551" y="91205"/>
                </a:lnTo>
                <a:lnTo>
                  <a:pt x="105059" y="87188"/>
                </a:lnTo>
                <a:lnTo>
                  <a:pt x="141341" y="10837"/>
                </a:lnTo>
                <a:lnTo>
                  <a:pt x="148619" y="2709"/>
                </a:lnTo>
                <a:lnTo>
                  <a:pt x="158451" y="0"/>
                </a:lnTo>
                <a:lnTo>
                  <a:pt x="168284" y="2709"/>
                </a:lnTo>
                <a:lnTo>
                  <a:pt x="175562" y="10837"/>
                </a:lnTo>
                <a:lnTo>
                  <a:pt x="211844" y="87188"/>
                </a:lnTo>
                <a:lnTo>
                  <a:pt x="217352" y="91205"/>
                </a:lnTo>
                <a:lnTo>
                  <a:pt x="300881" y="102260"/>
                </a:lnTo>
                <a:lnTo>
                  <a:pt x="310828" y="106699"/>
                </a:lnTo>
                <a:lnTo>
                  <a:pt x="316432" y="115250"/>
                </a:lnTo>
                <a:lnTo>
                  <a:pt x="316903" y="125475"/>
                </a:lnTo>
                <a:lnTo>
                  <a:pt x="311454" y="134937"/>
                </a:lnTo>
                <a:lnTo>
                  <a:pt x="250348" y="193182"/>
                </a:lnTo>
                <a:lnTo>
                  <a:pt x="248246" y="199681"/>
                </a:lnTo>
                <a:lnTo>
                  <a:pt x="263587" y="282863"/>
                </a:lnTo>
                <a:lnTo>
                  <a:pt x="262456" y="293734"/>
                </a:lnTo>
                <a:lnTo>
                  <a:pt x="256088" y="301729"/>
                </a:lnTo>
                <a:lnTo>
                  <a:pt x="246549" y="30534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5561175" y="894841"/>
            <a:ext cx="107886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229">
                <a:solidFill>
                  <a:srgbClr val="FFFFFF"/>
                </a:solidFill>
                <a:latin typeface="Arial Narrow"/>
                <a:cs typeface="Arial Narrow"/>
              </a:rPr>
              <a:t>next</a:t>
            </a:r>
            <a:r>
              <a:rPr dirty="0" sz="19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900" spc="125">
                <a:solidFill>
                  <a:srgbClr val="FFFFFF"/>
                </a:solidFill>
                <a:latin typeface="Arial Narrow"/>
                <a:cs typeface="Arial Narrow"/>
              </a:rPr>
              <a:t>slide</a:t>
            </a:r>
            <a:endParaRPr sz="1900">
              <a:latin typeface="Arial Narrow"/>
              <a:cs typeface="Arial Narro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6451355" y="9233727"/>
            <a:ext cx="968375" cy="267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05"/>
              </a:lnSpc>
            </a:pPr>
            <a:r>
              <a:rPr dirty="0" sz="1900" spc="240">
                <a:solidFill>
                  <a:srgbClr val="FFFFFF"/>
                </a:solidFill>
                <a:latin typeface="Arial Narrow"/>
                <a:cs typeface="Arial Narrow"/>
              </a:rPr>
              <a:t>page</a:t>
            </a:r>
            <a:r>
              <a:rPr dirty="0" sz="1900" spc="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900" spc="325">
                <a:solidFill>
                  <a:srgbClr val="FFFFFF"/>
                </a:solidFill>
                <a:latin typeface="Arial Narrow"/>
                <a:cs typeface="Arial Narrow"/>
              </a:rPr>
              <a:t>03</a:t>
            </a:r>
            <a:endParaRPr sz="1900">
              <a:latin typeface="Arial Narrow"/>
              <a:cs typeface="Arial Narro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186" rIns="0" bIns="0" rtlCol="0" vert="horz">
            <a:spAutoFit/>
          </a:bodyPr>
          <a:lstStyle/>
          <a:p>
            <a:pPr marL="12700">
              <a:lnSpc>
                <a:spcPts val="7925"/>
              </a:lnSpc>
              <a:spcBef>
                <a:spcPts val="100"/>
              </a:spcBef>
            </a:pPr>
            <a:r>
              <a:rPr dirty="0" spc="-55"/>
              <a:t>T</a:t>
            </a:r>
            <a:r>
              <a:rPr dirty="0" spc="540"/>
              <a:t>ABLE</a:t>
            </a:r>
            <a:r>
              <a:rPr dirty="0" spc="325"/>
              <a:t> </a:t>
            </a:r>
            <a:r>
              <a:rPr dirty="0" spc="740"/>
              <a:t>OF</a:t>
            </a:r>
          </a:p>
          <a:p>
            <a:pPr marL="2477770">
              <a:lnSpc>
                <a:spcPts val="7925"/>
              </a:lnSpc>
            </a:pPr>
            <a:r>
              <a:rPr dirty="0" spc="165" b="1">
                <a:latin typeface="Arial"/>
                <a:cs typeface="Arial"/>
              </a:rPr>
              <a:t>CONTENT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8219368" y="2948309"/>
            <a:ext cx="6240145" cy="28892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438784" indent="-367030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438784" algn="l"/>
              </a:tabLst>
            </a:pPr>
            <a:r>
              <a:rPr dirty="0" sz="3750" spc="330">
                <a:solidFill>
                  <a:srgbClr val="FFFFFF"/>
                </a:solidFill>
                <a:latin typeface="Arial Narrow"/>
                <a:cs typeface="Arial Narrow"/>
              </a:rPr>
              <a:t>INTRODUCTION</a:t>
            </a:r>
            <a:endParaRPr sz="3750">
              <a:latin typeface="Arial Narrow"/>
              <a:cs typeface="Arial Narrow"/>
            </a:endParaRPr>
          </a:p>
          <a:p>
            <a:pPr marL="439420" indent="-412750">
              <a:lnSpc>
                <a:spcPct val="100000"/>
              </a:lnSpc>
              <a:buAutoNum type="arabicPeriod"/>
              <a:tabLst>
                <a:tab pos="439420" algn="l"/>
              </a:tabLst>
            </a:pPr>
            <a:r>
              <a:rPr dirty="0" sz="3750" spc="235">
                <a:solidFill>
                  <a:srgbClr val="FFFFFF"/>
                </a:solidFill>
                <a:latin typeface="Arial Narrow"/>
                <a:cs typeface="Arial Narrow"/>
              </a:rPr>
              <a:t>TABLE</a:t>
            </a:r>
            <a:r>
              <a:rPr dirty="0" sz="3750" spc="1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750" spc="420">
                <a:solidFill>
                  <a:srgbClr val="FFFFFF"/>
                </a:solidFill>
                <a:latin typeface="Arial Narrow"/>
                <a:cs typeface="Arial Narrow"/>
              </a:rPr>
              <a:t>OF</a:t>
            </a:r>
            <a:r>
              <a:rPr dirty="0" sz="3750" spc="1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750" spc="385">
                <a:solidFill>
                  <a:srgbClr val="FFFFFF"/>
                </a:solidFill>
                <a:latin typeface="Arial Narrow"/>
                <a:cs typeface="Arial Narrow"/>
              </a:rPr>
              <a:t>CONTENT</a:t>
            </a:r>
            <a:endParaRPr sz="3750">
              <a:latin typeface="Arial Narrow"/>
              <a:cs typeface="Arial Narrow"/>
            </a:endParaRPr>
          </a:p>
          <a:p>
            <a:pPr marL="571500" indent="-558800">
              <a:lnSpc>
                <a:spcPct val="100000"/>
              </a:lnSpc>
              <a:buAutoNum type="arabicPeriod"/>
              <a:tabLst>
                <a:tab pos="571500" algn="l"/>
              </a:tabLst>
            </a:pPr>
            <a:r>
              <a:rPr dirty="0" sz="3750" spc="320">
                <a:solidFill>
                  <a:srgbClr val="FFFFFF"/>
                </a:solidFill>
                <a:latin typeface="Arial Narrow"/>
                <a:cs typeface="Arial Narrow"/>
              </a:rPr>
              <a:t>OVERVIEW</a:t>
            </a:r>
            <a:endParaRPr sz="3750">
              <a:latin typeface="Arial Narrow"/>
              <a:cs typeface="Arial Narrow"/>
            </a:endParaRPr>
          </a:p>
          <a:p>
            <a:pPr marL="571500" indent="-546100">
              <a:lnSpc>
                <a:spcPct val="100000"/>
              </a:lnSpc>
              <a:buAutoNum type="arabicPeriod"/>
              <a:tabLst>
                <a:tab pos="571500" algn="l"/>
              </a:tabLst>
            </a:pPr>
            <a:r>
              <a:rPr dirty="0" sz="3750" spc="190">
                <a:solidFill>
                  <a:srgbClr val="FFFFFF"/>
                </a:solidFill>
                <a:latin typeface="Arial Narrow"/>
                <a:cs typeface="Arial Narrow"/>
              </a:rPr>
              <a:t>DATASET</a:t>
            </a:r>
            <a:endParaRPr sz="3750">
              <a:latin typeface="Arial Narrow"/>
              <a:cs typeface="Arial Narrow"/>
            </a:endParaRPr>
          </a:p>
          <a:p>
            <a:pPr marL="571500" indent="-544830">
              <a:lnSpc>
                <a:spcPct val="100000"/>
              </a:lnSpc>
              <a:buAutoNum type="arabicPeriod"/>
              <a:tabLst>
                <a:tab pos="571500" algn="l"/>
              </a:tabLst>
            </a:pPr>
            <a:r>
              <a:rPr dirty="0" sz="3750" spc="345">
                <a:solidFill>
                  <a:srgbClr val="FFFFFF"/>
                </a:solidFill>
                <a:latin typeface="Arial Narrow"/>
                <a:cs typeface="Arial Narrow"/>
              </a:rPr>
              <a:t>LOADING</a:t>
            </a:r>
            <a:r>
              <a:rPr dirty="0" sz="3750" spc="17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750" spc="235">
                <a:solidFill>
                  <a:srgbClr val="FFFFFF"/>
                </a:solidFill>
                <a:latin typeface="Arial Narrow"/>
                <a:cs typeface="Arial Narrow"/>
              </a:rPr>
              <a:t>LIBRARIES</a:t>
            </a:r>
            <a:r>
              <a:rPr dirty="0" sz="3750" spc="17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750" spc="400">
                <a:solidFill>
                  <a:srgbClr val="FFFFFF"/>
                </a:solidFill>
                <a:latin typeface="Arial Narrow"/>
                <a:cs typeface="Arial Narrow"/>
              </a:rPr>
              <a:t>AND</a:t>
            </a:r>
            <a:endParaRPr sz="3750">
              <a:latin typeface="Arial Narrow"/>
              <a:cs typeface="Arial Narro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4826589" y="5234309"/>
            <a:ext cx="1179830" cy="6032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750" spc="190">
                <a:solidFill>
                  <a:srgbClr val="FFFFFF"/>
                </a:solidFill>
                <a:latin typeface="Arial Narrow"/>
                <a:cs typeface="Arial Narrow"/>
              </a:rPr>
              <a:t>DATA</a:t>
            </a:r>
            <a:endParaRPr sz="3750">
              <a:latin typeface="Arial Narrow"/>
              <a:cs typeface="Arial Narro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201210" y="5805809"/>
            <a:ext cx="7710805" cy="28892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459105" marR="5080" indent="-436245">
              <a:lnSpc>
                <a:spcPct val="100000"/>
              </a:lnSpc>
              <a:spcBef>
                <a:spcPts val="140"/>
              </a:spcBef>
              <a:buAutoNum type="arabicPeriod" startAt="6"/>
              <a:tabLst>
                <a:tab pos="459105" algn="l"/>
                <a:tab pos="589915" algn="l"/>
              </a:tabLst>
            </a:pPr>
            <a:r>
              <a:rPr dirty="0" sz="375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750" spc="210">
                <a:solidFill>
                  <a:srgbClr val="FFFFFF"/>
                </a:solidFill>
                <a:latin typeface="Arial Narrow"/>
                <a:cs typeface="Arial Narrow"/>
              </a:rPr>
              <a:t>DATA</a:t>
            </a:r>
            <a:r>
              <a:rPr dirty="0" sz="3750" spc="17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750" spc="305">
                <a:solidFill>
                  <a:srgbClr val="FFFFFF"/>
                </a:solidFill>
                <a:latin typeface="Arial Narrow"/>
                <a:cs typeface="Arial Narrow"/>
              </a:rPr>
              <a:t>MANIPULATION</a:t>
            </a:r>
            <a:r>
              <a:rPr dirty="0" sz="3750" spc="1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750" spc="425">
                <a:solidFill>
                  <a:srgbClr val="FFFFFF"/>
                </a:solidFill>
                <a:latin typeface="Arial Narrow"/>
                <a:cs typeface="Arial Narrow"/>
              </a:rPr>
              <a:t>AND</a:t>
            </a:r>
            <a:r>
              <a:rPr dirty="0" sz="3750" spc="1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750" spc="190">
                <a:solidFill>
                  <a:srgbClr val="FFFFFF"/>
                </a:solidFill>
                <a:latin typeface="Arial Narrow"/>
                <a:cs typeface="Arial Narrow"/>
              </a:rPr>
              <a:t>DATA </a:t>
            </a:r>
            <a:r>
              <a:rPr dirty="0" sz="3750" spc="185">
                <a:solidFill>
                  <a:srgbClr val="FFFFFF"/>
                </a:solidFill>
                <a:latin typeface="Arial Narrow"/>
                <a:cs typeface="Arial Narrow"/>
              </a:rPr>
              <a:t>VISUALIZE</a:t>
            </a:r>
            <a:endParaRPr sz="3750">
              <a:latin typeface="Arial Narrow"/>
              <a:cs typeface="Arial Narrow"/>
            </a:endParaRPr>
          </a:p>
          <a:p>
            <a:pPr marL="589915" indent="-520065">
              <a:lnSpc>
                <a:spcPct val="100000"/>
              </a:lnSpc>
              <a:buAutoNum type="arabicPeriod" startAt="6"/>
              <a:tabLst>
                <a:tab pos="589915" algn="l"/>
              </a:tabLst>
            </a:pPr>
            <a:r>
              <a:rPr dirty="0" sz="3750" spc="210">
                <a:solidFill>
                  <a:srgbClr val="FFFFFF"/>
                </a:solidFill>
                <a:latin typeface="Arial Narrow"/>
                <a:cs typeface="Arial Narrow"/>
              </a:rPr>
              <a:t>DATA</a:t>
            </a:r>
            <a:r>
              <a:rPr dirty="0" sz="3750" spc="17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750" spc="335">
                <a:solidFill>
                  <a:srgbClr val="FFFFFF"/>
                </a:solidFill>
                <a:latin typeface="Arial Narrow"/>
                <a:cs typeface="Arial Narrow"/>
              </a:rPr>
              <a:t>PROCESSING</a:t>
            </a:r>
            <a:endParaRPr sz="3750">
              <a:latin typeface="Arial Narrow"/>
              <a:cs typeface="Arial Narrow"/>
            </a:endParaRPr>
          </a:p>
          <a:p>
            <a:pPr marL="589915" indent="-551815">
              <a:lnSpc>
                <a:spcPct val="100000"/>
              </a:lnSpc>
              <a:buAutoNum type="arabicPeriod" startAt="6"/>
              <a:tabLst>
                <a:tab pos="589915" algn="l"/>
              </a:tabLst>
            </a:pPr>
            <a:r>
              <a:rPr dirty="0" sz="3750" spc="340">
                <a:solidFill>
                  <a:srgbClr val="FFFFFF"/>
                </a:solidFill>
                <a:latin typeface="Arial Narrow"/>
                <a:cs typeface="Arial Narrow"/>
              </a:rPr>
              <a:t>MACHINE</a:t>
            </a:r>
            <a:r>
              <a:rPr dirty="0" sz="3750" spc="17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750" spc="290">
                <a:solidFill>
                  <a:srgbClr val="FFFFFF"/>
                </a:solidFill>
                <a:latin typeface="Arial Narrow"/>
                <a:cs typeface="Arial Narrow"/>
              </a:rPr>
              <a:t>LEARNING</a:t>
            </a:r>
            <a:endParaRPr sz="3750">
              <a:latin typeface="Arial Narrow"/>
              <a:cs typeface="Arial Narrow"/>
            </a:endParaRPr>
          </a:p>
          <a:p>
            <a:pPr marL="589915" indent="-577215">
              <a:lnSpc>
                <a:spcPct val="100000"/>
              </a:lnSpc>
              <a:buAutoNum type="arabicPeriod" startAt="6"/>
              <a:tabLst>
                <a:tab pos="589915" algn="l"/>
              </a:tabLst>
            </a:pPr>
            <a:r>
              <a:rPr dirty="0" sz="3750" spc="300">
                <a:solidFill>
                  <a:srgbClr val="FFFFFF"/>
                </a:solidFill>
                <a:latin typeface="Arial Narrow"/>
                <a:cs typeface="Arial Narrow"/>
              </a:rPr>
              <a:t>THANK</a:t>
            </a:r>
            <a:r>
              <a:rPr dirty="0" sz="3750" spc="1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750" spc="330">
                <a:solidFill>
                  <a:srgbClr val="FFFFFF"/>
                </a:solidFill>
                <a:latin typeface="Arial Narrow"/>
                <a:cs typeface="Arial Narrow"/>
              </a:rPr>
              <a:t>YOU</a:t>
            </a:r>
            <a:endParaRPr sz="375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5005350"/>
            <a:ext cx="5483860" cy="3696970"/>
          </a:xfrm>
          <a:custGeom>
            <a:avLst/>
            <a:gdLst/>
            <a:ahLst/>
            <a:cxnLst/>
            <a:rect l="l" t="t" r="r" b="b"/>
            <a:pathLst>
              <a:path w="5483860" h="3696970">
                <a:moveTo>
                  <a:pt x="1778128" y="3684019"/>
                </a:moveTo>
                <a:lnTo>
                  <a:pt x="1834368" y="3688434"/>
                </a:lnTo>
                <a:lnTo>
                  <a:pt x="1881909" y="3691401"/>
                </a:lnTo>
                <a:lnTo>
                  <a:pt x="1929624" y="3693716"/>
                </a:lnTo>
                <a:lnTo>
                  <a:pt x="1977508" y="3695375"/>
                </a:lnTo>
                <a:lnTo>
                  <a:pt x="2025557" y="3696373"/>
                </a:lnTo>
                <a:lnTo>
                  <a:pt x="2073767" y="3696719"/>
                </a:lnTo>
                <a:lnTo>
                  <a:pt x="2121977" y="3696373"/>
                </a:lnTo>
                <a:lnTo>
                  <a:pt x="2170027" y="3695375"/>
                </a:lnTo>
                <a:lnTo>
                  <a:pt x="2217911" y="3693716"/>
                </a:lnTo>
                <a:lnTo>
                  <a:pt x="2265626" y="3691401"/>
                </a:lnTo>
                <a:lnTo>
                  <a:pt x="2313166" y="3688434"/>
                </a:lnTo>
                <a:lnTo>
                  <a:pt x="2360529" y="3684820"/>
                </a:lnTo>
                <a:lnTo>
                  <a:pt x="2369407" y="3684019"/>
                </a:lnTo>
              </a:path>
              <a:path w="5483860" h="3696970">
                <a:moveTo>
                  <a:pt x="1656021" y="3671319"/>
                </a:moveTo>
                <a:lnTo>
                  <a:pt x="1692832" y="3675668"/>
                </a:lnTo>
                <a:lnTo>
                  <a:pt x="1739825" y="3680563"/>
                </a:lnTo>
                <a:lnTo>
                  <a:pt x="1778128" y="3684019"/>
                </a:lnTo>
              </a:path>
              <a:path w="5483860" h="3696970">
                <a:moveTo>
                  <a:pt x="2369407" y="3684019"/>
                </a:moveTo>
                <a:lnTo>
                  <a:pt x="2407709" y="3680563"/>
                </a:lnTo>
                <a:lnTo>
                  <a:pt x="2454703" y="3675668"/>
                </a:lnTo>
                <a:lnTo>
                  <a:pt x="2491514" y="3671319"/>
                </a:lnTo>
              </a:path>
              <a:path w="5483860" h="3696970">
                <a:moveTo>
                  <a:pt x="1562757" y="3658619"/>
                </a:moveTo>
                <a:lnTo>
                  <a:pt x="1599424" y="3663980"/>
                </a:lnTo>
                <a:lnTo>
                  <a:pt x="1646030" y="3670139"/>
                </a:lnTo>
                <a:lnTo>
                  <a:pt x="1656021" y="3671319"/>
                </a:lnTo>
              </a:path>
              <a:path w="5483860" h="3696970">
                <a:moveTo>
                  <a:pt x="2491514" y="3671319"/>
                </a:moveTo>
                <a:lnTo>
                  <a:pt x="2501504" y="3670139"/>
                </a:lnTo>
                <a:lnTo>
                  <a:pt x="2548110" y="3663980"/>
                </a:lnTo>
                <a:lnTo>
                  <a:pt x="2584778" y="3658619"/>
                </a:lnTo>
              </a:path>
              <a:path w="5483860" h="3696970">
                <a:moveTo>
                  <a:pt x="1415045" y="3633219"/>
                </a:moveTo>
                <a:lnTo>
                  <a:pt x="1460824" y="3641768"/>
                </a:lnTo>
                <a:lnTo>
                  <a:pt x="1506817" y="3649790"/>
                </a:lnTo>
                <a:lnTo>
                  <a:pt x="1553018" y="3657195"/>
                </a:lnTo>
                <a:lnTo>
                  <a:pt x="1562757" y="3658619"/>
                </a:lnTo>
              </a:path>
              <a:path w="5483860" h="3696970">
                <a:moveTo>
                  <a:pt x="2584778" y="3658619"/>
                </a:moveTo>
                <a:lnTo>
                  <a:pt x="2594516" y="3657195"/>
                </a:lnTo>
                <a:lnTo>
                  <a:pt x="2640718" y="3649790"/>
                </a:lnTo>
                <a:lnTo>
                  <a:pt x="2686710" y="3641768"/>
                </a:lnTo>
                <a:lnTo>
                  <a:pt x="2732475" y="3633137"/>
                </a:lnTo>
              </a:path>
              <a:path w="5483860" h="3696970">
                <a:moveTo>
                  <a:pt x="0" y="2993773"/>
                </a:moveTo>
                <a:lnTo>
                  <a:pt x="52667" y="3033472"/>
                </a:lnTo>
                <a:lnTo>
                  <a:pt x="88949" y="3059849"/>
                </a:lnTo>
                <a:lnTo>
                  <a:pt x="125589" y="3085758"/>
                </a:lnTo>
                <a:lnTo>
                  <a:pt x="162583" y="3111195"/>
                </a:lnTo>
                <a:lnTo>
                  <a:pt x="199925" y="3136156"/>
                </a:lnTo>
                <a:lnTo>
                  <a:pt x="237613" y="3160636"/>
                </a:lnTo>
                <a:lnTo>
                  <a:pt x="275641" y="3184631"/>
                </a:lnTo>
                <a:lnTo>
                  <a:pt x="314004" y="3208137"/>
                </a:lnTo>
                <a:lnTo>
                  <a:pt x="352700" y="3231149"/>
                </a:lnTo>
                <a:lnTo>
                  <a:pt x="391723" y="3253663"/>
                </a:lnTo>
                <a:lnTo>
                  <a:pt x="431068" y="3275674"/>
                </a:lnTo>
                <a:lnTo>
                  <a:pt x="470732" y="3297178"/>
                </a:lnTo>
                <a:lnTo>
                  <a:pt x="510710" y="3318171"/>
                </a:lnTo>
                <a:lnTo>
                  <a:pt x="550998" y="3338648"/>
                </a:lnTo>
                <a:lnTo>
                  <a:pt x="591592" y="3358605"/>
                </a:lnTo>
                <a:lnTo>
                  <a:pt x="632486" y="3378038"/>
                </a:lnTo>
                <a:lnTo>
                  <a:pt x="673676" y="3396941"/>
                </a:lnTo>
                <a:lnTo>
                  <a:pt x="715159" y="3415311"/>
                </a:lnTo>
                <a:lnTo>
                  <a:pt x="756930" y="3433144"/>
                </a:lnTo>
                <a:lnTo>
                  <a:pt x="798984" y="3450435"/>
                </a:lnTo>
                <a:lnTo>
                  <a:pt x="841317" y="3467179"/>
                </a:lnTo>
                <a:lnTo>
                  <a:pt x="883925" y="3483372"/>
                </a:lnTo>
                <a:lnTo>
                  <a:pt x="926803" y="3499010"/>
                </a:lnTo>
                <a:lnTo>
                  <a:pt x="969947" y="3514089"/>
                </a:lnTo>
                <a:lnTo>
                  <a:pt x="1013352" y="3528604"/>
                </a:lnTo>
                <a:lnTo>
                  <a:pt x="1057015" y="3542550"/>
                </a:lnTo>
                <a:lnTo>
                  <a:pt x="1100922" y="3555951"/>
                </a:lnTo>
                <a:lnTo>
                  <a:pt x="1145110" y="3568665"/>
                </a:lnTo>
                <a:lnTo>
                  <a:pt x="1189501" y="3580935"/>
                </a:lnTo>
                <a:lnTo>
                  <a:pt x="1234148" y="3592564"/>
                </a:lnTo>
                <a:lnTo>
                  <a:pt x="1279031" y="3603603"/>
                </a:lnTo>
                <a:lnTo>
                  <a:pt x="1324144" y="3614047"/>
                </a:lnTo>
                <a:lnTo>
                  <a:pt x="1369483" y="3623893"/>
                </a:lnTo>
                <a:lnTo>
                  <a:pt x="1415045" y="3633219"/>
                </a:lnTo>
              </a:path>
              <a:path w="5483860" h="3696970">
                <a:moveTo>
                  <a:pt x="2732490" y="3633219"/>
                </a:moveTo>
                <a:lnTo>
                  <a:pt x="2778051" y="3623893"/>
                </a:lnTo>
                <a:lnTo>
                  <a:pt x="2823391" y="3614047"/>
                </a:lnTo>
                <a:lnTo>
                  <a:pt x="2868504" y="3603603"/>
                </a:lnTo>
                <a:lnTo>
                  <a:pt x="2913386" y="3592564"/>
                </a:lnTo>
                <a:lnTo>
                  <a:pt x="2958033" y="3580935"/>
                </a:lnTo>
                <a:lnTo>
                  <a:pt x="3002425" y="3568665"/>
                </a:lnTo>
                <a:lnTo>
                  <a:pt x="3046613" y="3555952"/>
                </a:lnTo>
                <a:lnTo>
                  <a:pt x="3090520" y="3542550"/>
                </a:lnTo>
                <a:lnTo>
                  <a:pt x="3134182" y="3528604"/>
                </a:lnTo>
                <a:lnTo>
                  <a:pt x="3177588" y="3514089"/>
                </a:lnTo>
                <a:lnTo>
                  <a:pt x="3220732" y="3499010"/>
                </a:lnTo>
                <a:lnTo>
                  <a:pt x="3263610" y="3483372"/>
                </a:lnTo>
                <a:lnTo>
                  <a:pt x="3306217" y="3467179"/>
                </a:lnTo>
                <a:lnTo>
                  <a:pt x="3348551" y="3450435"/>
                </a:lnTo>
                <a:lnTo>
                  <a:pt x="3390605" y="3433144"/>
                </a:lnTo>
                <a:lnTo>
                  <a:pt x="3432375" y="3415311"/>
                </a:lnTo>
                <a:lnTo>
                  <a:pt x="3473858" y="3396941"/>
                </a:lnTo>
                <a:lnTo>
                  <a:pt x="3515049" y="3378038"/>
                </a:lnTo>
                <a:lnTo>
                  <a:pt x="3555943" y="3358605"/>
                </a:lnTo>
                <a:lnTo>
                  <a:pt x="3596536" y="3338648"/>
                </a:lnTo>
                <a:lnTo>
                  <a:pt x="3636824" y="3318171"/>
                </a:lnTo>
                <a:lnTo>
                  <a:pt x="3676802" y="3297178"/>
                </a:lnTo>
                <a:lnTo>
                  <a:pt x="3716466" y="3275674"/>
                </a:lnTo>
                <a:lnTo>
                  <a:pt x="3755812" y="3253663"/>
                </a:lnTo>
                <a:lnTo>
                  <a:pt x="3794835" y="3231149"/>
                </a:lnTo>
                <a:lnTo>
                  <a:pt x="3833530" y="3208137"/>
                </a:lnTo>
                <a:lnTo>
                  <a:pt x="3871894" y="3184631"/>
                </a:lnTo>
                <a:lnTo>
                  <a:pt x="3909922" y="3160636"/>
                </a:lnTo>
                <a:lnTo>
                  <a:pt x="3947609" y="3136156"/>
                </a:lnTo>
                <a:lnTo>
                  <a:pt x="3984952" y="3111195"/>
                </a:lnTo>
                <a:lnTo>
                  <a:pt x="4021945" y="3085758"/>
                </a:lnTo>
                <a:lnTo>
                  <a:pt x="4058585" y="3059849"/>
                </a:lnTo>
                <a:lnTo>
                  <a:pt x="4094867" y="3033472"/>
                </a:lnTo>
                <a:lnTo>
                  <a:pt x="4130787" y="3006633"/>
                </a:lnTo>
                <a:lnTo>
                  <a:pt x="4166340" y="2979334"/>
                </a:lnTo>
                <a:lnTo>
                  <a:pt x="4201522" y="2951581"/>
                </a:lnTo>
                <a:lnTo>
                  <a:pt x="4236328" y="2923378"/>
                </a:lnTo>
                <a:lnTo>
                  <a:pt x="4270755" y="2894730"/>
                </a:lnTo>
                <a:lnTo>
                  <a:pt x="4304797" y="2865640"/>
                </a:lnTo>
                <a:lnTo>
                  <a:pt x="4338451" y="2836114"/>
                </a:lnTo>
                <a:lnTo>
                  <a:pt x="4371712" y="2806155"/>
                </a:lnTo>
                <a:lnTo>
                  <a:pt x="4404575" y="2775768"/>
                </a:lnTo>
                <a:lnTo>
                  <a:pt x="4437037" y="2744957"/>
                </a:lnTo>
                <a:lnTo>
                  <a:pt x="4469092" y="2713727"/>
                </a:lnTo>
                <a:lnTo>
                  <a:pt x="4500737" y="2682082"/>
                </a:lnTo>
                <a:lnTo>
                  <a:pt x="4531967" y="2650027"/>
                </a:lnTo>
                <a:lnTo>
                  <a:pt x="4562778" y="2617565"/>
                </a:lnTo>
                <a:lnTo>
                  <a:pt x="4593165" y="2584702"/>
                </a:lnTo>
                <a:lnTo>
                  <a:pt x="4623124" y="2551441"/>
                </a:lnTo>
                <a:lnTo>
                  <a:pt x="4652650" y="2517787"/>
                </a:lnTo>
                <a:lnTo>
                  <a:pt x="4681740" y="2483745"/>
                </a:lnTo>
                <a:lnTo>
                  <a:pt x="4710389" y="2449318"/>
                </a:lnTo>
                <a:lnTo>
                  <a:pt x="4738591" y="2414512"/>
                </a:lnTo>
                <a:lnTo>
                  <a:pt x="4766344" y="2379330"/>
                </a:lnTo>
                <a:lnTo>
                  <a:pt x="4793643" y="2343777"/>
                </a:lnTo>
                <a:lnTo>
                  <a:pt x="4820483" y="2307857"/>
                </a:lnTo>
                <a:lnTo>
                  <a:pt x="4846859" y="2271575"/>
                </a:lnTo>
                <a:lnTo>
                  <a:pt x="4872768" y="2234935"/>
                </a:lnTo>
                <a:lnTo>
                  <a:pt x="4898288" y="2197997"/>
                </a:lnTo>
                <a:lnTo>
                  <a:pt x="4923166" y="2160599"/>
                </a:lnTo>
                <a:lnTo>
                  <a:pt x="4947647" y="2122912"/>
                </a:lnTo>
                <a:lnTo>
                  <a:pt x="4971642" y="2084884"/>
                </a:lnTo>
                <a:lnTo>
                  <a:pt x="4995147" y="2046520"/>
                </a:lnTo>
                <a:lnTo>
                  <a:pt x="5018159" y="2007824"/>
                </a:lnTo>
                <a:lnTo>
                  <a:pt x="5040673" y="1968802"/>
                </a:lnTo>
                <a:lnTo>
                  <a:pt x="5062684" y="1929456"/>
                </a:lnTo>
                <a:lnTo>
                  <a:pt x="5084188" y="1889792"/>
                </a:lnTo>
                <a:lnTo>
                  <a:pt x="5105181" y="1849814"/>
                </a:lnTo>
                <a:lnTo>
                  <a:pt x="5125658" y="1809526"/>
                </a:lnTo>
                <a:lnTo>
                  <a:pt x="5145615" y="1768933"/>
                </a:lnTo>
                <a:lnTo>
                  <a:pt x="5164978" y="1728186"/>
                </a:lnTo>
                <a:lnTo>
                  <a:pt x="5165050" y="1728040"/>
                </a:lnTo>
                <a:lnTo>
                  <a:pt x="5183951" y="1686848"/>
                </a:lnTo>
                <a:lnTo>
                  <a:pt x="5202322" y="1645365"/>
                </a:lnTo>
                <a:lnTo>
                  <a:pt x="5220154" y="1603594"/>
                </a:lnTo>
                <a:lnTo>
                  <a:pt x="5237445" y="1561540"/>
                </a:lnTo>
                <a:lnTo>
                  <a:pt x="5254189" y="1519207"/>
                </a:lnTo>
                <a:lnTo>
                  <a:pt x="5270382" y="1476599"/>
                </a:lnTo>
                <a:lnTo>
                  <a:pt x="5286021" y="1433721"/>
                </a:lnTo>
                <a:lnTo>
                  <a:pt x="5301099" y="1390577"/>
                </a:lnTo>
                <a:lnTo>
                  <a:pt x="5315627" y="1347176"/>
                </a:lnTo>
                <a:lnTo>
                  <a:pt x="5329560" y="1303510"/>
                </a:lnTo>
                <a:lnTo>
                  <a:pt x="5342934" y="1259594"/>
                </a:lnTo>
                <a:lnTo>
                  <a:pt x="5355730" y="1215431"/>
                </a:lnTo>
                <a:lnTo>
                  <a:pt x="5367945" y="1171023"/>
                </a:lnTo>
                <a:lnTo>
                  <a:pt x="5379574" y="1126376"/>
                </a:lnTo>
                <a:lnTo>
                  <a:pt x="5390613" y="1081494"/>
                </a:lnTo>
                <a:lnTo>
                  <a:pt x="5401058" y="1036381"/>
                </a:lnTo>
                <a:lnTo>
                  <a:pt x="5410783" y="991593"/>
                </a:lnTo>
                <a:lnTo>
                  <a:pt x="5410918" y="991045"/>
                </a:lnTo>
                <a:lnTo>
                  <a:pt x="5420145" y="945479"/>
                </a:lnTo>
                <a:lnTo>
                  <a:pt x="5428779" y="899700"/>
                </a:lnTo>
                <a:lnTo>
                  <a:pt x="5436800" y="853708"/>
                </a:lnTo>
                <a:lnTo>
                  <a:pt x="5444206" y="807506"/>
                </a:lnTo>
                <a:lnTo>
                  <a:pt x="5450990" y="761100"/>
                </a:lnTo>
                <a:lnTo>
                  <a:pt x="5457149" y="714494"/>
                </a:lnTo>
                <a:lnTo>
                  <a:pt x="5462678" y="667692"/>
                </a:lnTo>
                <a:lnTo>
                  <a:pt x="5467574" y="620699"/>
                </a:lnTo>
                <a:lnTo>
                  <a:pt x="5471830" y="573519"/>
                </a:lnTo>
                <a:lnTo>
                  <a:pt x="5475444" y="526156"/>
                </a:lnTo>
                <a:lnTo>
                  <a:pt x="5478411" y="478615"/>
                </a:lnTo>
                <a:lnTo>
                  <a:pt x="5480633" y="432815"/>
                </a:lnTo>
                <a:lnTo>
                  <a:pt x="5482385" y="383016"/>
                </a:lnTo>
                <a:lnTo>
                  <a:pt x="5483442" y="334967"/>
                </a:lnTo>
                <a:lnTo>
                  <a:pt x="5483681" y="293119"/>
                </a:lnTo>
                <a:lnTo>
                  <a:pt x="5483644" y="286758"/>
                </a:lnTo>
                <a:lnTo>
                  <a:pt x="5483404" y="242319"/>
                </a:lnTo>
                <a:lnTo>
                  <a:pt x="5483328" y="238548"/>
                </a:lnTo>
                <a:lnTo>
                  <a:pt x="5482405" y="191519"/>
                </a:lnTo>
                <a:lnTo>
                  <a:pt x="5482360" y="190499"/>
                </a:lnTo>
              </a:path>
              <a:path w="5483860" h="3696970">
                <a:moveTo>
                  <a:pt x="5471908" y="1013"/>
                </a:moveTo>
                <a:lnTo>
                  <a:pt x="5471793" y="0"/>
                </a:lnTo>
              </a:path>
            </a:pathLst>
          </a:custGeom>
          <a:ln w="895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018156" y="3571043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5">
                <a:moveTo>
                  <a:pt x="103" y="170"/>
                </a:moveTo>
                <a:lnTo>
                  <a:pt x="0" y="0"/>
                </a:lnTo>
              </a:path>
            </a:pathLst>
          </a:custGeom>
          <a:ln w="895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028892" y="822222"/>
            <a:ext cx="480059" cy="409575"/>
            <a:chOff x="1028892" y="822222"/>
            <a:chExt cx="480059" cy="40957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1121" y="822222"/>
              <a:ext cx="347205" cy="40957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892" y="986838"/>
              <a:ext cx="442361" cy="244958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6372158" y="1820215"/>
            <a:ext cx="915035" cy="715645"/>
          </a:xfrm>
          <a:custGeom>
            <a:avLst/>
            <a:gdLst/>
            <a:ahLst/>
            <a:cxnLst/>
            <a:rect l="l" t="t" r="r" b="b"/>
            <a:pathLst>
              <a:path w="915034" h="715644">
                <a:moveTo>
                  <a:pt x="359792" y="715565"/>
                </a:moveTo>
                <a:lnTo>
                  <a:pt x="0" y="715565"/>
                </a:lnTo>
                <a:lnTo>
                  <a:pt x="0" y="415671"/>
                </a:lnTo>
                <a:lnTo>
                  <a:pt x="2189" y="355333"/>
                </a:lnTo>
                <a:lnTo>
                  <a:pt x="8757" y="300086"/>
                </a:lnTo>
                <a:lnTo>
                  <a:pt x="19698" y="249927"/>
                </a:lnTo>
                <a:lnTo>
                  <a:pt x="35010" y="204852"/>
                </a:lnTo>
                <a:lnTo>
                  <a:pt x="54689" y="164858"/>
                </a:lnTo>
                <a:lnTo>
                  <a:pt x="78731" y="129941"/>
                </a:lnTo>
                <a:lnTo>
                  <a:pt x="107133" y="100098"/>
                </a:lnTo>
                <a:lnTo>
                  <a:pt x="139572" y="74649"/>
                </a:lnTo>
                <a:lnTo>
                  <a:pt x="175724" y="52916"/>
                </a:lnTo>
                <a:lnTo>
                  <a:pt x="215585" y="34900"/>
                </a:lnTo>
                <a:lnTo>
                  <a:pt x="259151" y="20600"/>
                </a:lnTo>
                <a:lnTo>
                  <a:pt x="306421" y="10017"/>
                </a:lnTo>
                <a:lnTo>
                  <a:pt x="357389" y="3150"/>
                </a:lnTo>
                <a:lnTo>
                  <a:pt x="412053" y="0"/>
                </a:lnTo>
                <a:lnTo>
                  <a:pt x="413862" y="144319"/>
                </a:lnTo>
                <a:lnTo>
                  <a:pt x="353181" y="154609"/>
                </a:lnTo>
                <a:lnTo>
                  <a:pt x="305232" y="171460"/>
                </a:lnTo>
                <a:lnTo>
                  <a:pt x="269062" y="195034"/>
                </a:lnTo>
                <a:lnTo>
                  <a:pt x="243717" y="225493"/>
                </a:lnTo>
                <a:lnTo>
                  <a:pt x="228246" y="262997"/>
                </a:lnTo>
                <a:lnTo>
                  <a:pt x="221695" y="307710"/>
                </a:lnTo>
                <a:lnTo>
                  <a:pt x="222990" y="355333"/>
                </a:lnTo>
                <a:lnTo>
                  <a:pt x="223111" y="359792"/>
                </a:lnTo>
                <a:lnTo>
                  <a:pt x="359792" y="359792"/>
                </a:lnTo>
                <a:lnTo>
                  <a:pt x="359792" y="715565"/>
                </a:lnTo>
                <a:close/>
              </a:path>
              <a:path w="915034" h="715644">
                <a:moveTo>
                  <a:pt x="862698" y="715565"/>
                </a:moveTo>
                <a:lnTo>
                  <a:pt x="502905" y="715565"/>
                </a:lnTo>
                <a:lnTo>
                  <a:pt x="502905" y="415671"/>
                </a:lnTo>
                <a:lnTo>
                  <a:pt x="505095" y="355333"/>
                </a:lnTo>
                <a:lnTo>
                  <a:pt x="511663" y="300086"/>
                </a:lnTo>
                <a:lnTo>
                  <a:pt x="522604" y="249927"/>
                </a:lnTo>
                <a:lnTo>
                  <a:pt x="537916" y="204852"/>
                </a:lnTo>
                <a:lnTo>
                  <a:pt x="557595" y="164858"/>
                </a:lnTo>
                <a:lnTo>
                  <a:pt x="581637" y="129941"/>
                </a:lnTo>
                <a:lnTo>
                  <a:pt x="610039" y="100098"/>
                </a:lnTo>
                <a:lnTo>
                  <a:pt x="642478" y="74649"/>
                </a:lnTo>
                <a:lnTo>
                  <a:pt x="678629" y="52916"/>
                </a:lnTo>
                <a:lnTo>
                  <a:pt x="718490" y="34900"/>
                </a:lnTo>
                <a:lnTo>
                  <a:pt x="762057" y="20600"/>
                </a:lnTo>
                <a:lnTo>
                  <a:pt x="809327" y="10017"/>
                </a:lnTo>
                <a:lnTo>
                  <a:pt x="860295" y="3150"/>
                </a:lnTo>
                <a:lnTo>
                  <a:pt x="914959" y="0"/>
                </a:lnTo>
                <a:lnTo>
                  <a:pt x="914959" y="145726"/>
                </a:lnTo>
                <a:lnTo>
                  <a:pt x="854378" y="155875"/>
                </a:lnTo>
                <a:lnTo>
                  <a:pt x="806687" y="172500"/>
                </a:lnTo>
                <a:lnTo>
                  <a:pt x="770870" y="195803"/>
                </a:lnTo>
                <a:lnTo>
                  <a:pt x="745911" y="225983"/>
                </a:lnTo>
                <a:lnTo>
                  <a:pt x="730793" y="263241"/>
                </a:lnTo>
                <a:lnTo>
                  <a:pt x="724501" y="307777"/>
                </a:lnTo>
                <a:lnTo>
                  <a:pt x="726017" y="359792"/>
                </a:lnTo>
                <a:lnTo>
                  <a:pt x="862698" y="359792"/>
                </a:lnTo>
                <a:lnTo>
                  <a:pt x="862698" y="715565"/>
                </a:lnTo>
                <a:close/>
              </a:path>
            </a:pathLst>
          </a:custGeom>
          <a:solidFill>
            <a:srgbClr val="FFFFFF">
              <a:alpha val="1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55316" rIns="0" bIns="0" rtlCol="0" vert="horz">
            <a:spAutoFit/>
          </a:bodyPr>
          <a:lstStyle/>
          <a:p>
            <a:pPr marL="3020060">
              <a:lnSpc>
                <a:spcPct val="100000"/>
              </a:lnSpc>
              <a:spcBef>
                <a:spcPts val="100"/>
              </a:spcBef>
            </a:pPr>
            <a:r>
              <a:rPr dirty="0" spc="615"/>
              <a:t>OVERVIEW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16451355" y="9233727"/>
            <a:ext cx="961390" cy="267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05"/>
              </a:lnSpc>
            </a:pPr>
            <a:r>
              <a:rPr dirty="0" sz="1900" spc="240">
                <a:solidFill>
                  <a:srgbClr val="FFFFFF"/>
                </a:solidFill>
                <a:latin typeface="Arial Narrow"/>
                <a:cs typeface="Arial Narrow"/>
              </a:rPr>
              <a:t>page</a:t>
            </a:r>
            <a:r>
              <a:rPr dirty="0" sz="1900" spc="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900" spc="300">
                <a:solidFill>
                  <a:srgbClr val="FFFFFF"/>
                </a:solidFill>
                <a:latin typeface="Arial Narrow"/>
                <a:cs typeface="Arial Narrow"/>
              </a:rPr>
              <a:t>04</a:t>
            </a:r>
            <a:endParaRPr sz="1900">
              <a:latin typeface="Arial Narrow"/>
              <a:cs typeface="Arial Narro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561175" y="894841"/>
            <a:ext cx="107886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229">
                <a:solidFill>
                  <a:srgbClr val="FFFFFF"/>
                </a:solidFill>
                <a:latin typeface="Arial Narrow"/>
                <a:cs typeface="Arial Narrow"/>
              </a:rPr>
              <a:t>next</a:t>
            </a:r>
            <a:r>
              <a:rPr dirty="0" sz="19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900" spc="125">
                <a:solidFill>
                  <a:srgbClr val="FFFFFF"/>
                </a:solidFill>
                <a:latin typeface="Arial Narrow"/>
                <a:cs typeface="Arial Narrow"/>
              </a:rPr>
              <a:t>slide</a:t>
            </a:r>
            <a:endParaRPr sz="1900">
              <a:latin typeface="Arial Narrow"/>
              <a:cs typeface="Arial Narro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7915921" y="3273759"/>
            <a:ext cx="14160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135">
                <a:solidFill>
                  <a:srgbClr val="FFFFFF"/>
                </a:solidFill>
                <a:latin typeface="Arial Black"/>
                <a:cs typeface="Arial Black"/>
              </a:rPr>
              <a:t>.</a:t>
            </a:r>
            <a:endParaRPr sz="3300">
              <a:latin typeface="Arial Black"/>
              <a:cs typeface="Arial Black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31079" y="3199685"/>
            <a:ext cx="17595215" cy="172402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3300" spc="-260">
                <a:solidFill>
                  <a:srgbClr val="FFFFFF"/>
                </a:solidFill>
                <a:latin typeface="Arial Black"/>
                <a:cs typeface="Arial Black"/>
              </a:rPr>
              <a:t>PROBLEM</a:t>
            </a:r>
            <a:r>
              <a:rPr dirty="0" sz="3300" spc="-3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300" spc="-385">
                <a:solidFill>
                  <a:srgbClr val="FFFFFF"/>
                </a:solidFill>
                <a:latin typeface="Arial Black"/>
                <a:cs typeface="Arial Black"/>
              </a:rPr>
              <a:t>STATEMENT</a:t>
            </a:r>
            <a:r>
              <a:rPr dirty="0" sz="3300" spc="-3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300" spc="-50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endParaRPr sz="3300">
              <a:latin typeface="Arial Black"/>
              <a:cs typeface="Arial Black"/>
            </a:endParaRPr>
          </a:p>
          <a:p>
            <a:pPr marL="384810" marR="5080" indent="-46355">
              <a:lnSpc>
                <a:spcPts val="4430"/>
              </a:lnSpc>
              <a:spcBef>
                <a:spcPts val="70"/>
              </a:spcBef>
              <a:tabLst>
                <a:tab pos="17231995" algn="l"/>
              </a:tabLst>
            </a:pPr>
            <a:r>
              <a:rPr dirty="0" sz="3200" spc="-165">
                <a:solidFill>
                  <a:srgbClr val="FFFFFF"/>
                </a:solidFill>
                <a:latin typeface="Arial Black"/>
                <a:cs typeface="Arial Black"/>
              </a:rPr>
              <a:t>It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260">
                <a:solidFill>
                  <a:srgbClr val="FFFFFF"/>
                </a:solidFill>
                <a:latin typeface="Arial Black"/>
                <a:cs typeface="Arial Black"/>
              </a:rPr>
              <a:t>is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70">
                <a:solidFill>
                  <a:srgbClr val="FFFFFF"/>
                </a:solidFill>
                <a:latin typeface="Arial Black"/>
                <a:cs typeface="Arial Black"/>
              </a:rPr>
              <a:t>hard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45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215">
                <a:solidFill>
                  <a:srgbClr val="FFFFFF"/>
                </a:solidFill>
                <a:latin typeface="Arial Black"/>
                <a:cs typeface="Arial Black"/>
              </a:rPr>
              <a:t>detect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204">
                <a:solidFill>
                  <a:srgbClr val="FFFFFF"/>
                </a:solidFill>
                <a:latin typeface="Arial Black"/>
                <a:cs typeface="Arial Black"/>
              </a:rPr>
              <a:t>emotions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40">
                <a:solidFill>
                  <a:srgbClr val="FFFFFF"/>
                </a:solidFill>
                <a:latin typeface="Arial Black"/>
                <a:cs typeface="Arial Black"/>
              </a:rPr>
              <a:t>from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260">
                <a:solidFill>
                  <a:srgbClr val="FFFFFF"/>
                </a:solidFill>
                <a:latin typeface="Arial Black"/>
                <a:cs typeface="Arial Black"/>
              </a:rPr>
              <a:t>text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270">
                <a:solidFill>
                  <a:srgbClr val="FFFFFF"/>
                </a:solidFill>
                <a:latin typeface="Arial Black"/>
                <a:cs typeface="Arial Black"/>
              </a:rPr>
              <a:t>because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325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235">
                <a:solidFill>
                  <a:srgbClr val="FFFFFF"/>
                </a:solidFill>
                <a:latin typeface="Arial Black"/>
                <a:cs typeface="Arial Black"/>
              </a:rPr>
              <a:t>single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254">
                <a:solidFill>
                  <a:srgbClr val="FFFFFF"/>
                </a:solidFill>
                <a:latin typeface="Arial Black"/>
                <a:cs typeface="Arial Black"/>
              </a:rPr>
              <a:t>sentence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30">
                <a:solidFill>
                  <a:srgbClr val="FFFFFF"/>
                </a:solidFill>
                <a:latin typeface="Arial Black"/>
                <a:cs typeface="Arial Black"/>
              </a:rPr>
              <a:t>or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225">
                <a:solidFill>
                  <a:srgbClr val="FFFFFF"/>
                </a:solidFill>
                <a:latin typeface="Arial Black"/>
                <a:cs typeface="Arial Black"/>
              </a:rPr>
              <a:t>comment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275">
                <a:solidFill>
                  <a:srgbClr val="FFFFFF"/>
                </a:solidFill>
                <a:latin typeface="Arial Black"/>
                <a:cs typeface="Arial Black"/>
              </a:rPr>
              <a:t>can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320">
                <a:solidFill>
                  <a:srgbClr val="FFFFFF"/>
                </a:solidFill>
                <a:latin typeface="Arial Black"/>
                <a:cs typeface="Arial Black"/>
              </a:rPr>
              <a:t>show </a:t>
            </a:r>
            <a:r>
              <a:rPr dirty="0" sz="3200" spc="-204">
                <a:solidFill>
                  <a:srgbClr val="FFFFFF"/>
                </a:solidFill>
                <a:latin typeface="Arial Black"/>
                <a:cs typeface="Arial Black"/>
              </a:rPr>
              <a:t>more</a:t>
            </a:r>
            <a:r>
              <a:rPr dirty="0" sz="3200" spc="-29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80">
                <a:solidFill>
                  <a:srgbClr val="FFFFFF"/>
                </a:solidFill>
                <a:latin typeface="Arial Black"/>
                <a:cs typeface="Arial Black"/>
              </a:rPr>
              <a:t>than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95">
                <a:solidFill>
                  <a:srgbClr val="FFFFFF"/>
                </a:solidFill>
                <a:latin typeface="Arial Black"/>
                <a:cs typeface="Arial Black"/>
              </a:rPr>
              <a:t>one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95">
                <a:solidFill>
                  <a:srgbClr val="FFFFFF"/>
                </a:solidFill>
                <a:latin typeface="Arial Black"/>
                <a:cs typeface="Arial Black"/>
              </a:rPr>
              <a:t>feeling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229">
                <a:solidFill>
                  <a:srgbClr val="FFFFFF"/>
                </a:solidFill>
                <a:latin typeface="Arial Black"/>
                <a:cs typeface="Arial Black"/>
              </a:rPr>
              <a:t>at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8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3200" spc="-29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305">
                <a:solidFill>
                  <a:srgbClr val="FFFFFF"/>
                </a:solidFill>
                <a:latin typeface="Arial Black"/>
                <a:cs typeface="Arial Black"/>
              </a:rPr>
              <a:t>same</a:t>
            </a:r>
            <a:r>
              <a:rPr dirty="0" sz="32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20">
                <a:solidFill>
                  <a:srgbClr val="FFFFFF"/>
                </a:solidFill>
                <a:latin typeface="Arial Black"/>
                <a:cs typeface="Arial Black"/>
              </a:rPr>
              <a:t>time</a:t>
            </a:r>
            <a:r>
              <a:rPr dirty="0" sz="32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sz="3200" spc="-50">
                <a:solidFill>
                  <a:srgbClr val="FFFFFF"/>
                </a:solidFill>
                <a:latin typeface="Arial Black"/>
                <a:cs typeface="Arial Black"/>
              </a:rPr>
              <a:t>.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69775" y="5488261"/>
            <a:ext cx="17748885" cy="250190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  <a:tabLst>
                <a:tab pos="17612995" algn="l"/>
              </a:tabLst>
            </a:pPr>
            <a:r>
              <a:rPr dirty="0" sz="3500" spc="-254">
                <a:solidFill>
                  <a:srgbClr val="FFFFFF"/>
                </a:solidFill>
                <a:latin typeface="Arial Black"/>
                <a:cs typeface="Arial Black"/>
              </a:rPr>
              <a:t>NEED</a:t>
            </a:r>
            <a:r>
              <a:rPr dirty="0" sz="3500" spc="-3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50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r>
              <a:rPr dirty="0" sz="35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sz="3500" spc="-150">
                <a:solidFill>
                  <a:srgbClr val="FFFFFF"/>
                </a:solidFill>
                <a:latin typeface="Arial Black"/>
                <a:cs typeface="Arial Black"/>
              </a:rPr>
              <a:t>.</a:t>
            </a:r>
            <a:endParaRPr sz="3500">
              <a:latin typeface="Arial Black"/>
              <a:cs typeface="Arial Black"/>
            </a:endParaRPr>
          </a:p>
          <a:p>
            <a:pPr marL="310515" marR="118745" indent="25400">
              <a:lnSpc>
                <a:spcPts val="4880"/>
              </a:lnSpc>
              <a:spcBef>
                <a:spcPts val="85"/>
              </a:spcBef>
              <a:tabLst>
                <a:tab pos="12877800" algn="l"/>
                <a:tab pos="17298670" algn="l"/>
                <a:tab pos="17498695" algn="l"/>
              </a:tabLst>
            </a:pPr>
            <a:r>
              <a:rPr dirty="0" sz="3500" spc="-190">
                <a:solidFill>
                  <a:srgbClr val="FFFFFF"/>
                </a:solidFill>
                <a:latin typeface="Arial Black"/>
                <a:cs typeface="Arial Black"/>
              </a:rPr>
              <a:t>In</a:t>
            </a:r>
            <a:r>
              <a:rPr dirty="0" sz="3500" spc="-31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185">
                <a:solidFill>
                  <a:srgbClr val="FFFFFF"/>
                </a:solidFill>
                <a:latin typeface="Arial Black"/>
                <a:cs typeface="Arial Black"/>
              </a:rPr>
              <a:t>Current</a:t>
            </a:r>
            <a:r>
              <a:rPr dirty="0" sz="3500" spc="-31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305">
                <a:solidFill>
                  <a:srgbClr val="FFFFFF"/>
                </a:solidFill>
                <a:latin typeface="Arial Black"/>
                <a:cs typeface="Arial Black"/>
              </a:rPr>
              <a:t>Time</a:t>
            </a:r>
            <a:r>
              <a:rPr dirty="0" sz="3500" spc="-3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225">
                <a:solidFill>
                  <a:srgbClr val="FFFFFF"/>
                </a:solidFill>
                <a:latin typeface="Arial Black"/>
                <a:cs typeface="Arial Black"/>
              </a:rPr>
              <a:t>People</a:t>
            </a:r>
            <a:r>
              <a:rPr dirty="0" sz="3500" spc="-31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270">
                <a:solidFill>
                  <a:srgbClr val="FFFFFF"/>
                </a:solidFill>
                <a:latin typeface="Arial Black"/>
                <a:cs typeface="Arial Black"/>
              </a:rPr>
              <a:t>share</a:t>
            </a:r>
            <a:r>
              <a:rPr dirty="0" sz="3500" spc="-3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165">
                <a:solidFill>
                  <a:srgbClr val="FFFFFF"/>
                </a:solidFill>
                <a:latin typeface="Arial Black"/>
                <a:cs typeface="Arial Black"/>
              </a:rPr>
              <a:t>their</a:t>
            </a:r>
            <a:r>
              <a:rPr dirty="0" sz="3500" spc="-31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215">
                <a:solidFill>
                  <a:srgbClr val="FFFFFF"/>
                </a:solidFill>
                <a:latin typeface="Arial Black"/>
                <a:cs typeface="Arial Black"/>
              </a:rPr>
              <a:t>thoughts</a:t>
            </a:r>
            <a:r>
              <a:rPr dirty="0" sz="3500" spc="-3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204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dirty="0" sz="3500" spc="-31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10">
                <a:solidFill>
                  <a:srgbClr val="FFFFFF"/>
                </a:solidFill>
                <a:latin typeface="Arial Black"/>
                <a:cs typeface="Arial Black"/>
              </a:rPr>
              <a:t>feelings</a:t>
            </a:r>
            <a:r>
              <a:rPr dirty="0" sz="35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sz="3500" spc="-175">
                <a:solidFill>
                  <a:srgbClr val="FFFFFF"/>
                </a:solidFill>
                <a:latin typeface="Arial Black"/>
                <a:cs typeface="Arial Black"/>
              </a:rPr>
              <a:t>online</a:t>
            </a:r>
            <a:r>
              <a:rPr dirty="0" sz="3500" spc="-3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200">
                <a:solidFill>
                  <a:srgbClr val="FFFFFF"/>
                </a:solidFill>
                <a:latin typeface="Arial Black"/>
                <a:cs typeface="Arial Black"/>
              </a:rPr>
              <a:t>every</a:t>
            </a:r>
            <a:r>
              <a:rPr dirty="0" sz="3500" spc="-3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290">
                <a:solidFill>
                  <a:srgbClr val="FFFFFF"/>
                </a:solidFill>
                <a:latin typeface="Arial Black"/>
                <a:cs typeface="Arial Black"/>
              </a:rPr>
              <a:t>day,</a:t>
            </a:r>
            <a:r>
              <a:rPr dirty="0" sz="3500">
                <a:solidFill>
                  <a:srgbClr val="FFFFFF"/>
                </a:solidFill>
                <a:latin typeface="Arial Black"/>
                <a:cs typeface="Arial Black"/>
              </a:rPr>
              <a:t>		</a:t>
            </a:r>
            <a:r>
              <a:rPr dirty="0" sz="3500" spc="-235">
                <a:solidFill>
                  <a:srgbClr val="FFFFFF"/>
                </a:solidFill>
                <a:latin typeface="Arial Black"/>
                <a:cs typeface="Arial Black"/>
              </a:rPr>
              <a:t>. </a:t>
            </a:r>
            <a:r>
              <a:rPr dirty="0" sz="3500" spc="-254">
                <a:solidFill>
                  <a:srgbClr val="FFFFFF"/>
                </a:solidFill>
                <a:latin typeface="Arial Black"/>
                <a:cs typeface="Arial Black"/>
              </a:rPr>
              <a:t>creating</a:t>
            </a:r>
            <a:r>
              <a:rPr dirty="0" sz="3500" spc="-3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265">
                <a:solidFill>
                  <a:srgbClr val="FFFFFF"/>
                </a:solidFill>
                <a:latin typeface="Arial Black"/>
                <a:cs typeface="Arial Black"/>
              </a:rPr>
              <a:t>huge</a:t>
            </a:r>
            <a:r>
              <a:rPr dirty="0" sz="3500" spc="-3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235">
                <a:solidFill>
                  <a:srgbClr val="FFFFFF"/>
                </a:solidFill>
                <a:latin typeface="Arial Black"/>
                <a:cs typeface="Arial Black"/>
              </a:rPr>
              <a:t>amounts</a:t>
            </a:r>
            <a:r>
              <a:rPr dirty="0" sz="3500" spc="-3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100">
                <a:solidFill>
                  <a:srgbClr val="FFFFFF"/>
                </a:solidFill>
                <a:latin typeface="Arial Black"/>
                <a:cs typeface="Arial Black"/>
              </a:rPr>
              <a:t>of</a:t>
            </a:r>
            <a:r>
              <a:rPr dirty="0" sz="3500" spc="-3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245">
                <a:solidFill>
                  <a:srgbClr val="FFFFFF"/>
                </a:solidFill>
                <a:latin typeface="Arial Black"/>
                <a:cs typeface="Arial Black"/>
              </a:rPr>
              <a:t>text.</a:t>
            </a:r>
            <a:r>
              <a:rPr dirty="0" sz="3500" spc="-3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165">
                <a:solidFill>
                  <a:srgbClr val="FFFFFF"/>
                </a:solidFill>
                <a:latin typeface="Arial Black"/>
                <a:cs typeface="Arial Black"/>
              </a:rPr>
              <a:t>It</a:t>
            </a:r>
            <a:r>
              <a:rPr dirty="0" sz="3500" spc="-3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315">
                <a:solidFill>
                  <a:srgbClr val="FFFFFF"/>
                </a:solidFill>
                <a:latin typeface="Arial Black"/>
                <a:cs typeface="Arial Black"/>
              </a:rPr>
              <a:t>Is</a:t>
            </a:r>
            <a:r>
              <a:rPr dirty="0" sz="3500" spc="-3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305">
                <a:solidFill>
                  <a:srgbClr val="FFFFFF"/>
                </a:solidFill>
                <a:latin typeface="Arial Black"/>
                <a:cs typeface="Arial Black"/>
              </a:rPr>
              <a:t>Time</a:t>
            </a:r>
            <a:r>
              <a:rPr dirty="0" sz="3500" spc="-3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235">
                <a:solidFill>
                  <a:srgbClr val="FFFFFF"/>
                </a:solidFill>
                <a:latin typeface="Arial Black"/>
                <a:cs typeface="Arial Black"/>
              </a:rPr>
              <a:t>Consuming.</a:t>
            </a:r>
            <a:r>
              <a:rPr dirty="0" sz="3500" spc="-3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295">
                <a:solidFill>
                  <a:srgbClr val="FFFFFF"/>
                </a:solidFill>
                <a:latin typeface="Arial Black"/>
                <a:cs typeface="Arial Black"/>
              </a:rPr>
              <a:t>This</a:t>
            </a:r>
            <a:r>
              <a:rPr dirty="0" sz="3500" spc="-3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20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dirty="0" sz="3500" spc="-3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105">
                <a:solidFill>
                  <a:srgbClr val="FFFFFF"/>
                </a:solidFill>
                <a:latin typeface="Arial Black"/>
                <a:cs typeface="Arial Black"/>
              </a:rPr>
              <a:t>automatically </a:t>
            </a:r>
            <a:r>
              <a:rPr dirty="0" sz="3500" spc="-254">
                <a:solidFill>
                  <a:srgbClr val="FFFFFF"/>
                </a:solidFill>
                <a:latin typeface="Arial Black"/>
                <a:cs typeface="Arial Black"/>
              </a:rPr>
              <a:t>detects</a:t>
            </a:r>
            <a:r>
              <a:rPr dirty="0" sz="3500" spc="-30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220">
                <a:solidFill>
                  <a:srgbClr val="FFFFFF"/>
                </a:solidFill>
                <a:latin typeface="Arial Black"/>
                <a:cs typeface="Arial Black"/>
              </a:rPr>
              <a:t>emotions</a:t>
            </a:r>
            <a:r>
              <a:rPr dirty="0" sz="350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145">
                <a:solidFill>
                  <a:srgbClr val="FFFFFF"/>
                </a:solidFill>
                <a:latin typeface="Arial Black"/>
                <a:cs typeface="Arial Black"/>
              </a:rPr>
              <a:t>from</a:t>
            </a:r>
            <a:r>
              <a:rPr dirty="0" sz="350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275">
                <a:solidFill>
                  <a:srgbClr val="FFFFFF"/>
                </a:solidFill>
                <a:latin typeface="Arial Black"/>
                <a:cs typeface="Arial Black"/>
              </a:rPr>
              <a:t>text</a:t>
            </a:r>
            <a:r>
              <a:rPr dirty="0" sz="350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150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dirty="0" sz="350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200">
                <a:solidFill>
                  <a:srgbClr val="FFFFFF"/>
                </a:solidFill>
                <a:latin typeface="Arial Black"/>
                <a:cs typeface="Arial Black"/>
              </a:rPr>
              <a:t>understand</a:t>
            </a:r>
            <a:r>
              <a:rPr dirty="0" sz="350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240">
                <a:solidFill>
                  <a:srgbClr val="FFFFFF"/>
                </a:solidFill>
                <a:latin typeface="Arial Black"/>
                <a:cs typeface="Arial Black"/>
              </a:rPr>
              <a:t>feelings</a:t>
            </a:r>
            <a:r>
              <a:rPr dirty="0" sz="350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225">
                <a:solidFill>
                  <a:srgbClr val="FFFFFF"/>
                </a:solidFill>
                <a:latin typeface="Arial Black"/>
                <a:cs typeface="Arial Black"/>
              </a:rPr>
              <a:t>quickly</a:t>
            </a:r>
            <a:r>
              <a:rPr dirty="0" sz="350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204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dirty="0" sz="350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00" spc="-10">
                <a:solidFill>
                  <a:srgbClr val="FFFFFF"/>
                </a:solidFill>
                <a:latin typeface="Arial Black"/>
                <a:cs typeface="Arial Black"/>
              </a:rPr>
              <a:t>efficiently.</a:t>
            </a:r>
            <a:r>
              <a:rPr dirty="0" sz="35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sz="3500" spc="-50">
                <a:solidFill>
                  <a:srgbClr val="FFFFFF"/>
                </a:solidFill>
                <a:latin typeface="Arial Black"/>
                <a:cs typeface="Arial Black"/>
              </a:rPr>
              <a:t>.</a:t>
            </a:r>
            <a:endParaRPr sz="35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28892" y="822222"/>
            <a:ext cx="480059" cy="409575"/>
            <a:chOff x="1028892" y="822222"/>
            <a:chExt cx="480059" cy="4095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1121" y="822222"/>
              <a:ext cx="347205" cy="40957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892" y="986838"/>
              <a:ext cx="442361" cy="244958"/>
            </a:xfrm>
            <a:prstGeom prst="rect">
              <a:avLst/>
            </a:prstGeom>
          </p:spPr>
        </p:pic>
      </p:grpSp>
      <p:sp>
        <p:nvSpPr>
          <p:cNvPr id="5" name="object 5" descr=""/>
          <p:cNvSpPr/>
          <p:nvPr/>
        </p:nvSpPr>
        <p:spPr>
          <a:xfrm>
            <a:off x="2125600" y="670879"/>
            <a:ext cx="915035" cy="715645"/>
          </a:xfrm>
          <a:custGeom>
            <a:avLst/>
            <a:gdLst/>
            <a:ahLst/>
            <a:cxnLst/>
            <a:rect l="l" t="t" r="r" b="b"/>
            <a:pathLst>
              <a:path w="915035" h="715644">
                <a:moveTo>
                  <a:pt x="359792" y="715565"/>
                </a:moveTo>
                <a:lnTo>
                  <a:pt x="0" y="715565"/>
                </a:lnTo>
                <a:lnTo>
                  <a:pt x="0" y="415671"/>
                </a:lnTo>
                <a:lnTo>
                  <a:pt x="2189" y="355333"/>
                </a:lnTo>
                <a:lnTo>
                  <a:pt x="8757" y="300086"/>
                </a:lnTo>
                <a:lnTo>
                  <a:pt x="19698" y="249927"/>
                </a:lnTo>
                <a:lnTo>
                  <a:pt x="35010" y="204852"/>
                </a:lnTo>
                <a:lnTo>
                  <a:pt x="54689" y="164858"/>
                </a:lnTo>
                <a:lnTo>
                  <a:pt x="78731" y="129941"/>
                </a:lnTo>
                <a:lnTo>
                  <a:pt x="107133" y="100098"/>
                </a:lnTo>
                <a:lnTo>
                  <a:pt x="139572" y="74649"/>
                </a:lnTo>
                <a:lnTo>
                  <a:pt x="175724" y="52916"/>
                </a:lnTo>
                <a:lnTo>
                  <a:pt x="215585" y="34900"/>
                </a:lnTo>
                <a:lnTo>
                  <a:pt x="259151" y="20600"/>
                </a:lnTo>
                <a:lnTo>
                  <a:pt x="306421" y="10017"/>
                </a:lnTo>
                <a:lnTo>
                  <a:pt x="357389" y="3150"/>
                </a:lnTo>
                <a:lnTo>
                  <a:pt x="412053" y="0"/>
                </a:lnTo>
                <a:lnTo>
                  <a:pt x="413862" y="144319"/>
                </a:lnTo>
                <a:lnTo>
                  <a:pt x="353181" y="154609"/>
                </a:lnTo>
                <a:lnTo>
                  <a:pt x="305232" y="171460"/>
                </a:lnTo>
                <a:lnTo>
                  <a:pt x="269062" y="195034"/>
                </a:lnTo>
                <a:lnTo>
                  <a:pt x="243717" y="225493"/>
                </a:lnTo>
                <a:lnTo>
                  <a:pt x="228246" y="262997"/>
                </a:lnTo>
                <a:lnTo>
                  <a:pt x="221695" y="307710"/>
                </a:lnTo>
                <a:lnTo>
                  <a:pt x="222990" y="355333"/>
                </a:lnTo>
                <a:lnTo>
                  <a:pt x="223111" y="359792"/>
                </a:lnTo>
                <a:lnTo>
                  <a:pt x="359792" y="359792"/>
                </a:lnTo>
                <a:lnTo>
                  <a:pt x="359792" y="715565"/>
                </a:lnTo>
                <a:close/>
              </a:path>
              <a:path w="915035" h="715644">
                <a:moveTo>
                  <a:pt x="862698" y="715565"/>
                </a:moveTo>
                <a:lnTo>
                  <a:pt x="502905" y="715565"/>
                </a:lnTo>
                <a:lnTo>
                  <a:pt x="502905" y="415671"/>
                </a:lnTo>
                <a:lnTo>
                  <a:pt x="505095" y="355333"/>
                </a:lnTo>
                <a:lnTo>
                  <a:pt x="511663" y="300086"/>
                </a:lnTo>
                <a:lnTo>
                  <a:pt x="522604" y="249927"/>
                </a:lnTo>
                <a:lnTo>
                  <a:pt x="537916" y="204852"/>
                </a:lnTo>
                <a:lnTo>
                  <a:pt x="557595" y="164858"/>
                </a:lnTo>
                <a:lnTo>
                  <a:pt x="581637" y="129941"/>
                </a:lnTo>
                <a:lnTo>
                  <a:pt x="610039" y="100098"/>
                </a:lnTo>
                <a:lnTo>
                  <a:pt x="642478" y="74649"/>
                </a:lnTo>
                <a:lnTo>
                  <a:pt x="678629" y="52916"/>
                </a:lnTo>
                <a:lnTo>
                  <a:pt x="718490" y="34900"/>
                </a:lnTo>
                <a:lnTo>
                  <a:pt x="762057" y="20600"/>
                </a:lnTo>
                <a:lnTo>
                  <a:pt x="809327" y="10017"/>
                </a:lnTo>
                <a:lnTo>
                  <a:pt x="860295" y="3150"/>
                </a:lnTo>
                <a:lnTo>
                  <a:pt x="914959" y="0"/>
                </a:lnTo>
                <a:lnTo>
                  <a:pt x="914959" y="145726"/>
                </a:lnTo>
                <a:lnTo>
                  <a:pt x="854378" y="155875"/>
                </a:lnTo>
                <a:lnTo>
                  <a:pt x="806687" y="172500"/>
                </a:lnTo>
                <a:lnTo>
                  <a:pt x="770870" y="195803"/>
                </a:lnTo>
                <a:lnTo>
                  <a:pt x="745911" y="225983"/>
                </a:lnTo>
                <a:lnTo>
                  <a:pt x="730793" y="263241"/>
                </a:lnTo>
                <a:lnTo>
                  <a:pt x="724501" y="307777"/>
                </a:lnTo>
                <a:lnTo>
                  <a:pt x="726017" y="359792"/>
                </a:lnTo>
                <a:lnTo>
                  <a:pt x="862698" y="359792"/>
                </a:lnTo>
                <a:lnTo>
                  <a:pt x="862698" y="715565"/>
                </a:lnTo>
                <a:close/>
              </a:path>
            </a:pathLst>
          </a:custGeom>
          <a:solidFill>
            <a:srgbClr val="FFFFFF">
              <a:alpha val="1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91937" y="2989941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44" y="0"/>
                </a:moveTo>
                <a:lnTo>
                  <a:pt x="319866" y="2849"/>
                </a:lnTo>
                <a:lnTo>
                  <a:pt x="275689" y="11170"/>
                </a:lnTo>
                <a:lnTo>
                  <a:pt x="233554" y="24618"/>
                </a:lnTo>
                <a:lnTo>
                  <a:pt x="193806" y="42852"/>
                </a:lnTo>
                <a:lnTo>
                  <a:pt x="156787" y="65529"/>
                </a:lnTo>
                <a:lnTo>
                  <a:pt x="122839" y="92305"/>
                </a:lnTo>
                <a:lnTo>
                  <a:pt x="92305" y="122839"/>
                </a:lnTo>
                <a:lnTo>
                  <a:pt x="65529" y="156787"/>
                </a:lnTo>
                <a:lnTo>
                  <a:pt x="42852" y="193806"/>
                </a:lnTo>
                <a:lnTo>
                  <a:pt x="24618" y="233554"/>
                </a:lnTo>
                <a:lnTo>
                  <a:pt x="11170" y="275689"/>
                </a:lnTo>
                <a:lnTo>
                  <a:pt x="2849" y="319866"/>
                </a:lnTo>
                <a:lnTo>
                  <a:pt x="0" y="365744"/>
                </a:lnTo>
                <a:lnTo>
                  <a:pt x="2849" y="411623"/>
                </a:lnTo>
                <a:lnTo>
                  <a:pt x="11170" y="455800"/>
                </a:lnTo>
                <a:lnTo>
                  <a:pt x="24618" y="497935"/>
                </a:lnTo>
                <a:lnTo>
                  <a:pt x="42852" y="537683"/>
                </a:lnTo>
                <a:lnTo>
                  <a:pt x="65529" y="574703"/>
                </a:lnTo>
                <a:lnTo>
                  <a:pt x="92305" y="608651"/>
                </a:lnTo>
                <a:lnTo>
                  <a:pt x="122839" y="639184"/>
                </a:lnTo>
                <a:lnTo>
                  <a:pt x="156787" y="665961"/>
                </a:lnTo>
                <a:lnTo>
                  <a:pt x="193806" y="688637"/>
                </a:lnTo>
                <a:lnTo>
                  <a:pt x="233554" y="706871"/>
                </a:lnTo>
                <a:lnTo>
                  <a:pt x="275689" y="720320"/>
                </a:lnTo>
                <a:lnTo>
                  <a:pt x="319866" y="728640"/>
                </a:lnTo>
                <a:lnTo>
                  <a:pt x="365744" y="731490"/>
                </a:lnTo>
                <a:lnTo>
                  <a:pt x="411623" y="728640"/>
                </a:lnTo>
                <a:lnTo>
                  <a:pt x="455800" y="720320"/>
                </a:lnTo>
                <a:lnTo>
                  <a:pt x="497935" y="706871"/>
                </a:lnTo>
                <a:lnTo>
                  <a:pt x="537683" y="688637"/>
                </a:lnTo>
                <a:lnTo>
                  <a:pt x="574703" y="665961"/>
                </a:lnTo>
                <a:lnTo>
                  <a:pt x="608651" y="639184"/>
                </a:lnTo>
                <a:lnTo>
                  <a:pt x="639184" y="608651"/>
                </a:lnTo>
                <a:lnTo>
                  <a:pt x="665961" y="574703"/>
                </a:lnTo>
                <a:lnTo>
                  <a:pt x="688637" y="537683"/>
                </a:lnTo>
                <a:lnTo>
                  <a:pt x="706871" y="497935"/>
                </a:lnTo>
                <a:lnTo>
                  <a:pt x="720320" y="455800"/>
                </a:lnTo>
                <a:lnTo>
                  <a:pt x="728640" y="411623"/>
                </a:lnTo>
                <a:lnTo>
                  <a:pt x="731490" y="365744"/>
                </a:lnTo>
                <a:lnTo>
                  <a:pt x="728640" y="319866"/>
                </a:lnTo>
                <a:lnTo>
                  <a:pt x="720320" y="275689"/>
                </a:lnTo>
                <a:lnTo>
                  <a:pt x="706871" y="233554"/>
                </a:lnTo>
                <a:lnTo>
                  <a:pt x="688637" y="193806"/>
                </a:lnTo>
                <a:lnTo>
                  <a:pt x="665961" y="156787"/>
                </a:lnTo>
                <a:lnTo>
                  <a:pt x="639184" y="122839"/>
                </a:lnTo>
                <a:lnTo>
                  <a:pt x="608651" y="92305"/>
                </a:lnTo>
                <a:lnTo>
                  <a:pt x="574703" y="65529"/>
                </a:lnTo>
                <a:lnTo>
                  <a:pt x="537683" y="42852"/>
                </a:lnTo>
                <a:lnTo>
                  <a:pt x="497935" y="24618"/>
                </a:lnTo>
                <a:lnTo>
                  <a:pt x="455800" y="11170"/>
                </a:lnTo>
                <a:lnTo>
                  <a:pt x="411623" y="2849"/>
                </a:lnTo>
                <a:lnTo>
                  <a:pt x="365744" y="0"/>
                </a:lnTo>
              </a:path>
            </a:pathLst>
          </a:custGeom>
          <a:ln w="266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91937" y="478521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44" y="0"/>
                </a:moveTo>
                <a:lnTo>
                  <a:pt x="319866" y="2849"/>
                </a:lnTo>
                <a:lnTo>
                  <a:pt x="275689" y="11170"/>
                </a:lnTo>
                <a:lnTo>
                  <a:pt x="233554" y="24618"/>
                </a:lnTo>
                <a:lnTo>
                  <a:pt x="193806" y="42852"/>
                </a:lnTo>
                <a:lnTo>
                  <a:pt x="156787" y="65529"/>
                </a:lnTo>
                <a:lnTo>
                  <a:pt x="122839" y="92305"/>
                </a:lnTo>
                <a:lnTo>
                  <a:pt x="92305" y="122839"/>
                </a:lnTo>
                <a:lnTo>
                  <a:pt x="65529" y="156787"/>
                </a:lnTo>
                <a:lnTo>
                  <a:pt x="42852" y="193806"/>
                </a:lnTo>
                <a:lnTo>
                  <a:pt x="24618" y="233554"/>
                </a:lnTo>
                <a:lnTo>
                  <a:pt x="11170" y="275689"/>
                </a:lnTo>
                <a:lnTo>
                  <a:pt x="2849" y="319866"/>
                </a:lnTo>
                <a:lnTo>
                  <a:pt x="0" y="365744"/>
                </a:lnTo>
                <a:lnTo>
                  <a:pt x="2849" y="411623"/>
                </a:lnTo>
                <a:lnTo>
                  <a:pt x="11170" y="455800"/>
                </a:lnTo>
                <a:lnTo>
                  <a:pt x="24618" y="497935"/>
                </a:lnTo>
                <a:lnTo>
                  <a:pt x="42852" y="537683"/>
                </a:lnTo>
                <a:lnTo>
                  <a:pt x="65529" y="574703"/>
                </a:lnTo>
                <a:lnTo>
                  <a:pt x="92305" y="608651"/>
                </a:lnTo>
                <a:lnTo>
                  <a:pt x="122839" y="639184"/>
                </a:lnTo>
                <a:lnTo>
                  <a:pt x="156787" y="665961"/>
                </a:lnTo>
                <a:lnTo>
                  <a:pt x="193806" y="688637"/>
                </a:lnTo>
                <a:lnTo>
                  <a:pt x="233554" y="706871"/>
                </a:lnTo>
                <a:lnTo>
                  <a:pt x="275689" y="720320"/>
                </a:lnTo>
                <a:lnTo>
                  <a:pt x="319866" y="728640"/>
                </a:lnTo>
                <a:lnTo>
                  <a:pt x="365744" y="731490"/>
                </a:lnTo>
                <a:lnTo>
                  <a:pt x="411623" y="728640"/>
                </a:lnTo>
                <a:lnTo>
                  <a:pt x="455800" y="720320"/>
                </a:lnTo>
                <a:lnTo>
                  <a:pt x="497935" y="706871"/>
                </a:lnTo>
                <a:lnTo>
                  <a:pt x="537683" y="688637"/>
                </a:lnTo>
                <a:lnTo>
                  <a:pt x="574703" y="665961"/>
                </a:lnTo>
                <a:lnTo>
                  <a:pt x="608651" y="639184"/>
                </a:lnTo>
                <a:lnTo>
                  <a:pt x="639184" y="608651"/>
                </a:lnTo>
                <a:lnTo>
                  <a:pt x="665961" y="574703"/>
                </a:lnTo>
                <a:lnTo>
                  <a:pt x="688637" y="537683"/>
                </a:lnTo>
                <a:lnTo>
                  <a:pt x="706871" y="497935"/>
                </a:lnTo>
                <a:lnTo>
                  <a:pt x="720320" y="455800"/>
                </a:lnTo>
                <a:lnTo>
                  <a:pt x="728640" y="411623"/>
                </a:lnTo>
                <a:lnTo>
                  <a:pt x="731490" y="365744"/>
                </a:lnTo>
                <a:lnTo>
                  <a:pt x="728640" y="319866"/>
                </a:lnTo>
                <a:lnTo>
                  <a:pt x="720320" y="275689"/>
                </a:lnTo>
                <a:lnTo>
                  <a:pt x="706871" y="233554"/>
                </a:lnTo>
                <a:lnTo>
                  <a:pt x="688637" y="193806"/>
                </a:lnTo>
                <a:lnTo>
                  <a:pt x="665961" y="156787"/>
                </a:lnTo>
                <a:lnTo>
                  <a:pt x="639184" y="122839"/>
                </a:lnTo>
                <a:lnTo>
                  <a:pt x="608651" y="92305"/>
                </a:lnTo>
                <a:lnTo>
                  <a:pt x="574703" y="65529"/>
                </a:lnTo>
                <a:lnTo>
                  <a:pt x="537683" y="42852"/>
                </a:lnTo>
                <a:lnTo>
                  <a:pt x="497935" y="24618"/>
                </a:lnTo>
                <a:lnTo>
                  <a:pt x="455800" y="11170"/>
                </a:lnTo>
                <a:lnTo>
                  <a:pt x="411623" y="2849"/>
                </a:lnTo>
                <a:lnTo>
                  <a:pt x="365744" y="0"/>
                </a:lnTo>
              </a:path>
            </a:pathLst>
          </a:custGeom>
          <a:ln w="266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238399" y="2989941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44" y="0"/>
                </a:moveTo>
                <a:lnTo>
                  <a:pt x="319866" y="2849"/>
                </a:lnTo>
                <a:lnTo>
                  <a:pt x="275689" y="11170"/>
                </a:lnTo>
                <a:lnTo>
                  <a:pt x="233554" y="24618"/>
                </a:lnTo>
                <a:lnTo>
                  <a:pt x="193806" y="42852"/>
                </a:lnTo>
                <a:lnTo>
                  <a:pt x="156787" y="65529"/>
                </a:lnTo>
                <a:lnTo>
                  <a:pt x="122839" y="92305"/>
                </a:lnTo>
                <a:lnTo>
                  <a:pt x="92305" y="122839"/>
                </a:lnTo>
                <a:lnTo>
                  <a:pt x="65529" y="156787"/>
                </a:lnTo>
                <a:lnTo>
                  <a:pt x="42852" y="193806"/>
                </a:lnTo>
                <a:lnTo>
                  <a:pt x="24618" y="233554"/>
                </a:lnTo>
                <a:lnTo>
                  <a:pt x="11170" y="275689"/>
                </a:lnTo>
                <a:lnTo>
                  <a:pt x="2849" y="319866"/>
                </a:lnTo>
                <a:lnTo>
                  <a:pt x="0" y="365744"/>
                </a:lnTo>
                <a:lnTo>
                  <a:pt x="2849" y="411623"/>
                </a:lnTo>
                <a:lnTo>
                  <a:pt x="11170" y="455800"/>
                </a:lnTo>
                <a:lnTo>
                  <a:pt x="24618" y="497935"/>
                </a:lnTo>
                <a:lnTo>
                  <a:pt x="42852" y="537683"/>
                </a:lnTo>
                <a:lnTo>
                  <a:pt x="65529" y="574703"/>
                </a:lnTo>
                <a:lnTo>
                  <a:pt x="92305" y="608651"/>
                </a:lnTo>
                <a:lnTo>
                  <a:pt x="122839" y="639184"/>
                </a:lnTo>
                <a:lnTo>
                  <a:pt x="156787" y="665961"/>
                </a:lnTo>
                <a:lnTo>
                  <a:pt x="193806" y="688637"/>
                </a:lnTo>
                <a:lnTo>
                  <a:pt x="233554" y="706871"/>
                </a:lnTo>
                <a:lnTo>
                  <a:pt x="275689" y="720320"/>
                </a:lnTo>
                <a:lnTo>
                  <a:pt x="319866" y="728640"/>
                </a:lnTo>
                <a:lnTo>
                  <a:pt x="365744" y="731490"/>
                </a:lnTo>
                <a:lnTo>
                  <a:pt x="411623" y="728640"/>
                </a:lnTo>
                <a:lnTo>
                  <a:pt x="455800" y="720320"/>
                </a:lnTo>
                <a:lnTo>
                  <a:pt x="497935" y="706871"/>
                </a:lnTo>
                <a:lnTo>
                  <a:pt x="537683" y="688637"/>
                </a:lnTo>
                <a:lnTo>
                  <a:pt x="574703" y="665961"/>
                </a:lnTo>
                <a:lnTo>
                  <a:pt x="608651" y="639184"/>
                </a:lnTo>
                <a:lnTo>
                  <a:pt x="639184" y="608651"/>
                </a:lnTo>
                <a:lnTo>
                  <a:pt x="665961" y="574703"/>
                </a:lnTo>
                <a:lnTo>
                  <a:pt x="688637" y="537683"/>
                </a:lnTo>
                <a:lnTo>
                  <a:pt x="706871" y="497935"/>
                </a:lnTo>
                <a:lnTo>
                  <a:pt x="720320" y="455800"/>
                </a:lnTo>
                <a:lnTo>
                  <a:pt x="728640" y="411623"/>
                </a:lnTo>
                <a:lnTo>
                  <a:pt x="731490" y="365744"/>
                </a:lnTo>
                <a:lnTo>
                  <a:pt x="728640" y="319866"/>
                </a:lnTo>
                <a:lnTo>
                  <a:pt x="720320" y="275689"/>
                </a:lnTo>
                <a:lnTo>
                  <a:pt x="706871" y="233554"/>
                </a:lnTo>
                <a:lnTo>
                  <a:pt x="688637" y="193806"/>
                </a:lnTo>
                <a:lnTo>
                  <a:pt x="665961" y="156787"/>
                </a:lnTo>
                <a:lnTo>
                  <a:pt x="639184" y="122839"/>
                </a:lnTo>
                <a:lnTo>
                  <a:pt x="608651" y="92305"/>
                </a:lnTo>
                <a:lnTo>
                  <a:pt x="574703" y="65529"/>
                </a:lnTo>
                <a:lnTo>
                  <a:pt x="537683" y="42852"/>
                </a:lnTo>
                <a:lnTo>
                  <a:pt x="497935" y="24618"/>
                </a:lnTo>
                <a:lnTo>
                  <a:pt x="455800" y="11170"/>
                </a:lnTo>
                <a:lnTo>
                  <a:pt x="411623" y="2849"/>
                </a:lnTo>
                <a:lnTo>
                  <a:pt x="365744" y="0"/>
                </a:lnTo>
              </a:path>
            </a:pathLst>
          </a:custGeom>
          <a:ln w="266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6238399" y="478521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44" y="0"/>
                </a:moveTo>
                <a:lnTo>
                  <a:pt x="319866" y="2849"/>
                </a:lnTo>
                <a:lnTo>
                  <a:pt x="275689" y="11170"/>
                </a:lnTo>
                <a:lnTo>
                  <a:pt x="233554" y="24618"/>
                </a:lnTo>
                <a:lnTo>
                  <a:pt x="193806" y="42852"/>
                </a:lnTo>
                <a:lnTo>
                  <a:pt x="156787" y="65529"/>
                </a:lnTo>
                <a:lnTo>
                  <a:pt x="122839" y="92305"/>
                </a:lnTo>
                <a:lnTo>
                  <a:pt x="92305" y="122839"/>
                </a:lnTo>
                <a:lnTo>
                  <a:pt x="65529" y="156787"/>
                </a:lnTo>
                <a:lnTo>
                  <a:pt x="42852" y="193806"/>
                </a:lnTo>
                <a:lnTo>
                  <a:pt x="24618" y="233554"/>
                </a:lnTo>
                <a:lnTo>
                  <a:pt x="11170" y="275689"/>
                </a:lnTo>
                <a:lnTo>
                  <a:pt x="2849" y="319866"/>
                </a:lnTo>
                <a:lnTo>
                  <a:pt x="0" y="365744"/>
                </a:lnTo>
                <a:lnTo>
                  <a:pt x="2849" y="411623"/>
                </a:lnTo>
                <a:lnTo>
                  <a:pt x="11170" y="455800"/>
                </a:lnTo>
                <a:lnTo>
                  <a:pt x="24618" y="497935"/>
                </a:lnTo>
                <a:lnTo>
                  <a:pt x="42852" y="537683"/>
                </a:lnTo>
                <a:lnTo>
                  <a:pt x="65529" y="574703"/>
                </a:lnTo>
                <a:lnTo>
                  <a:pt x="92305" y="608651"/>
                </a:lnTo>
                <a:lnTo>
                  <a:pt x="122839" y="639184"/>
                </a:lnTo>
                <a:lnTo>
                  <a:pt x="156787" y="665961"/>
                </a:lnTo>
                <a:lnTo>
                  <a:pt x="193806" y="688637"/>
                </a:lnTo>
                <a:lnTo>
                  <a:pt x="233554" y="706871"/>
                </a:lnTo>
                <a:lnTo>
                  <a:pt x="275689" y="720320"/>
                </a:lnTo>
                <a:lnTo>
                  <a:pt x="319866" y="728640"/>
                </a:lnTo>
                <a:lnTo>
                  <a:pt x="365744" y="731490"/>
                </a:lnTo>
                <a:lnTo>
                  <a:pt x="411623" y="728640"/>
                </a:lnTo>
                <a:lnTo>
                  <a:pt x="455800" y="720320"/>
                </a:lnTo>
                <a:lnTo>
                  <a:pt x="497935" y="706871"/>
                </a:lnTo>
                <a:lnTo>
                  <a:pt x="537683" y="688637"/>
                </a:lnTo>
                <a:lnTo>
                  <a:pt x="574703" y="665961"/>
                </a:lnTo>
                <a:lnTo>
                  <a:pt x="608651" y="639184"/>
                </a:lnTo>
                <a:lnTo>
                  <a:pt x="639184" y="608651"/>
                </a:lnTo>
                <a:lnTo>
                  <a:pt x="665961" y="574703"/>
                </a:lnTo>
                <a:lnTo>
                  <a:pt x="688637" y="537683"/>
                </a:lnTo>
                <a:lnTo>
                  <a:pt x="706871" y="497935"/>
                </a:lnTo>
                <a:lnTo>
                  <a:pt x="720320" y="455800"/>
                </a:lnTo>
                <a:lnTo>
                  <a:pt x="728640" y="411623"/>
                </a:lnTo>
                <a:lnTo>
                  <a:pt x="731490" y="365744"/>
                </a:lnTo>
                <a:lnTo>
                  <a:pt x="728640" y="319866"/>
                </a:lnTo>
                <a:lnTo>
                  <a:pt x="720320" y="275689"/>
                </a:lnTo>
                <a:lnTo>
                  <a:pt x="706871" y="233554"/>
                </a:lnTo>
                <a:lnTo>
                  <a:pt x="688637" y="193806"/>
                </a:lnTo>
                <a:lnTo>
                  <a:pt x="665961" y="156787"/>
                </a:lnTo>
                <a:lnTo>
                  <a:pt x="639184" y="122839"/>
                </a:lnTo>
                <a:lnTo>
                  <a:pt x="608651" y="92305"/>
                </a:lnTo>
                <a:lnTo>
                  <a:pt x="574703" y="65529"/>
                </a:lnTo>
                <a:lnTo>
                  <a:pt x="537683" y="42852"/>
                </a:lnTo>
                <a:lnTo>
                  <a:pt x="497935" y="24618"/>
                </a:lnTo>
                <a:lnTo>
                  <a:pt x="455800" y="11170"/>
                </a:lnTo>
                <a:lnTo>
                  <a:pt x="411623" y="2849"/>
                </a:lnTo>
                <a:lnTo>
                  <a:pt x="365744" y="0"/>
                </a:lnTo>
              </a:path>
            </a:pathLst>
          </a:custGeom>
          <a:ln w="266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12140702" y="1996597"/>
            <a:ext cx="3181350" cy="6292850"/>
            <a:chOff x="12140702" y="1996597"/>
            <a:chExt cx="3181350" cy="6292850"/>
          </a:xfrm>
        </p:grpSpPr>
        <p:sp>
          <p:nvSpPr>
            <p:cNvPr id="11" name="object 11" descr=""/>
            <p:cNvSpPr/>
            <p:nvPr/>
          </p:nvSpPr>
          <p:spPr>
            <a:xfrm>
              <a:off x="12205472" y="2027434"/>
              <a:ext cx="3051810" cy="6230620"/>
            </a:xfrm>
            <a:custGeom>
              <a:avLst/>
              <a:gdLst/>
              <a:ahLst/>
              <a:cxnLst/>
              <a:rect l="l" t="t" r="r" b="b"/>
              <a:pathLst>
                <a:path w="3051809" h="6230620">
                  <a:moveTo>
                    <a:pt x="2621127" y="6230602"/>
                  </a:moveTo>
                  <a:lnTo>
                    <a:pt x="430164" y="6230602"/>
                  </a:lnTo>
                  <a:lnTo>
                    <a:pt x="383316" y="6228076"/>
                  </a:lnTo>
                  <a:lnTo>
                    <a:pt x="337924" y="6220673"/>
                  </a:lnTo>
                  <a:lnTo>
                    <a:pt x="294250" y="6208656"/>
                  </a:lnTo>
                  <a:lnTo>
                    <a:pt x="252558" y="6192289"/>
                  </a:lnTo>
                  <a:lnTo>
                    <a:pt x="213111" y="6171835"/>
                  </a:lnTo>
                  <a:lnTo>
                    <a:pt x="176172" y="6147556"/>
                  </a:lnTo>
                  <a:lnTo>
                    <a:pt x="142004" y="6119717"/>
                  </a:lnTo>
                  <a:lnTo>
                    <a:pt x="110871" y="6088581"/>
                  </a:lnTo>
                  <a:lnTo>
                    <a:pt x="83035" y="6054410"/>
                  </a:lnTo>
                  <a:lnTo>
                    <a:pt x="58759" y="6017468"/>
                  </a:lnTo>
                  <a:lnTo>
                    <a:pt x="38307" y="5978018"/>
                  </a:lnTo>
                  <a:lnTo>
                    <a:pt x="21942" y="5936324"/>
                  </a:lnTo>
                  <a:lnTo>
                    <a:pt x="9927" y="5892649"/>
                  </a:lnTo>
                  <a:lnTo>
                    <a:pt x="2525" y="5847256"/>
                  </a:lnTo>
                  <a:lnTo>
                    <a:pt x="0" y="5800408"/>
                  </a:lnTo>
                  <a:lnTo>
                    <a:pt x="0" y="430173"/>
                  </a:lnTo>
                  <a:lnTo>
                    <a:pt x="2525" y="383324"/>
                  </a:lnTo>
                  <a:lnTo>
                    <a:pt x="9927" y="337931"/>
                  </a:lnTo>
                  <a:lnTo>
                    <a:pt x="21942" y="294257"/>
                  </a:lnTo>
                  <a:lnTo>
                    <a:pt x="38307" y="252564"/>
                  </a:lnTo>
                  <a:lnTo>
                    <a:pt x="58759" y="213117"/>
                  </a:lnTo>
                  <a:lnTo>
                    <a:pt x="83035" y="176177"/>
                  </a:lnTo>
                  <a:lnTo>
                    <a:pt x="110871" y="142008"/>
                  </a:lnTo>
                  <a:lnTo>
                    <a:pt x="142004" y="110874"/>
                  </a:lnTo>
                  <a:lnTo>
                    <a:pt x="176172" y="83037"/>
                  </a:lnTo>
                  <a:lnTo>
                    <a:pt x="213111" y="58761"/>
                  </a:lnTo>
                  <a:lnTo>
                    <a:pt x="252558" y="38309"/>
                  </a:lnTo>
                  <a:lnTo>
                    <a:pt x="294250" y="21943"/>
                  </a:lnTo>
                  <a:lnTo>
                    <a:pt x="337924" y="9928"/>
                  </a:lnTo>
                  <a:lnTo>
                    <a:pt x="383316" y="2525"/>
                  </a:lnTo>
                  <a:lnTo>
                    <a:pt x="430164" y="0"/>
                  </a:lnTo>
                  <a:lnTo>
                    <a:pt x="2621127" y="0"/>
                  </a:lnTo>
                  <a:lnTo>
                    <a:pt x="2667975" y="2525"/>
                  </a:lnTo>
                  <a:lnTo>
                    <a:pt x="2713367" y="9928"/>
                  </a:lnTo>
                  <a:lnTo>
                    <a:pt x="2757041" y="21943"/>
                  </a:lnTo>
                  <a:lnTo>
                    <a:pt x="2798733" y="38309"/>
                  </a:lnTo>
                  <a:lnTo>
                    <a:pt x="2838180" y="58761"/>
                  </a:lnTo>
                  <a:lnTo>
                    <a:pt x="2875119" y="83037"/>
                  </a:lnTo>
                  <a:lnTo>
                    <a:pt x="2909286" y="110874"/>
                  </a:lnTo>
                  <a:lnTo>
                    <a:pt x="2940420" y="142008"/>
                  </a:lnTo>
                  <a:lnTo>
                    <a:pt x="2954107" y="158809"/>
                  </a:lnTo>
                  <a:lnTo>
                    <a:pt x="414741" y="158809"/>
                  </a:lnTo>
                  <a:lnTo>
                    <a:pt x="369066" y="162915"/>
                  </a:lnTo>
                  <a:lnTo>
                    <a:pt x="326056" y="174748"/>
                  </a:lnTo>
                  <a:lnTo>
                    <a:pt x="286434" y="193586"/>
                  </a:lnTo>
                  <a:lnTo>
                    <a:pt x="250923" y="218706"/>
                  </a:lnTo>
                  <a:lnTo>
                    <a:pt x="220247" y="249385"/>
                  </a:lnTo>
                  <a:lnTo>
                    <a:pt x="195129" y="284898"/>
                  </a:lnTo>
                  <a:lnTo>
                    <a:pt x="176292" y="324523"/>
                  </a:lnTo>
                  <a:lnTo>
                    <a:pt x="164460" y="367536"/>
                  </a:lnTo>
                  <a:lnTo>
                    <a:pt x="160355" y="413214"/>
                  </a:lnTo>
                  <a:lnTo>
                    <a:pt x="160355" y="5825096"/>
                  </a:lnTo>
                  <a:lnTo>
                    <a:pt x="164460" y="5870771"/>
                  </a:lnTo>
                  <a:lnTo>
                    <a:pt x="176292" y="5913782"/>
                  </a:lnTo>
                  <a:lnTo>
                    <a:pt x="195129" y="5953404"/>
                  </a:lnTo>
                  <a:lnTo>
                    <a:pt x="220247" y="5988914"/>
                  </a:lnTo>
                  <a:lnTo>
                    <a:pt x="250923" y="6019590"/>
                  </a:lnTo>
                  <a:lnTo>
                    <a:pt x="286434" y="6044708"/>
                  </a:lnTo>
                  <a:lnTo>
                    <a:pt x="326056" y="6063545"/>
                  </a:lnTo>
                  <a:lnTo>
                    <a:pt x="369066" y="6075378"/>
                  </a:lnTo>
                  <a:lnTo>
                    <a:pt x="414741" y="6079482"/>
                  </a:lnTo>
                  <a:lnTo>
                    <a:pt x="2947831" y="6079482"/>
                  </a:lnTo>
                  <a:lnTo>
                    <a:pt x="2940420" y="6088581"/>
                  </a:lnTo>
                  <a:lnTo>
                    <a:pt x="2909286" y="6119717"/>
                  </a:lnTo>
                  <a:lnTo>
                    <a:pt x="2875119" y="6147556"/>
                  </a:lnTo>
                  <a:lnTo>
                    <a:pt x="2838180" y="6171835"/>
                  </a:lnTo>
                  <a:lnTo>
                    <a:pt x="2798733" y="6192289"/>
                  </a:lnTo>
                  <a:lnTo>
                    <a:pt x="2757041" y="6208656"/>
                  </a:lnTo>
                  <a:lnTo>
                    <a:pt x="2713367" y="6220673"/>
                  </a:lnTo>
                  <a:lnTo>
                    <a:pt x="2667975" y="6228076"/>
                  </a:lnTo>
                  <a:lnTo>
                    <a:pt x="2621127" y="6230602"/>
                  </a:lnTo>
                  <a:close/>
                </a:path>
                <a:path w="3051809" h="6230620">
                  <a:moveTo>
                    <a:pt x="2164750" y="371584"/>
                  </a:moveTo>
                  <a:lnTo>
                    <a:pt x="889619" y="371584"/>
                  </a:lnTo>
                  <a:lnTo>
                    <a:pt x="844523" y="364220"/>
                  </a:lnTo>
                  <a:lnTo>
                    <a:pt x="805192" y="343757"/>
                  </a:lnTo>
                  <a:lnTo>
                    <a:pt x="774071" y="312636"/>
                  </a:lnTo>
                  <a:lnTo>
                    <a:pt x="753606" y="273300"/>
                  </a:lnTo>
                  <a:lnTo>
                    <a:pt x="746241" y="228191"/>
                  </a:lnTo>
                  <a:lnTo>
                    <a:pt x="746241" y="158809"/>
                  </a:lnTo>
                  <a:lnTo>
                    <a:pt x="2308128" y="158809"/>
                  </a:lnTo>
                  <a:lnTo>
                    <a:pt x="2308128" y="197354"/>
                  </a:lnTo>
                  <a:lnTo>
                    <a:pt x="1891832" y="197354"/>
                  </a:lnTo>
                  <a:lnTo>
                    <a:pt x="1877347" y="200342"/>
                  </a:lnTo>
                  <a:lnTo>
                    <a:pt x="1865033" y="208534"/>
                  </a:lnTo>
                  <a:lnTo>
                    <a:pt x="1864225" y="209690"/>
                  </a:lnTo>
                  <a:lnTo>
                    <a:pt x="1322892" y="209690"/>
                  </a:lnTo>
                  <a:lnTo>
                    <a:pt x="1312946" y="211617"/>
                  </a:lnTo>
                  <a:lnTo>
                    <a:pt x="1304585" y="217014"/>
                  </a:lnTo>
                  <a:lnTo>
                    <a:pt x="1298825" y="225302"/>
                  </a:lnTo>
                  <a:lnTo>
                    <a:pt x="1296680" y="235903"/>
                  </a:lnTo>
                  <a:lnTo>
                    <a:pt x="1298825" y="246502"/>
                  </a:lnTo>
                  <a:lnTo>
                    <a:pt x="1304585" y="254789"/>
                  </a:lnTo>
                  <a:lnTo>
                    <a:pt x="1312946" y="260185"/>
                  </a:lnTo>
                  <a:lnTo>
                    <a:pt x="1322892" y="262112"/>
                  </a:lnTo>
                  <a:lnTo>
                    <a:pt x="1863687" y="262112"/>
                  </a:lnTo>
                  <a:lnTo>
                    <a:pt x="1864461" y="263269"/>
                  </a:lnTo>
                  <a:lnTo>
                    <a:pt x="1876704" y="271460"/>
                  </a:lnTo>
                  <a:lnTo>
                    <a:pt x="1891832" y="274448"/>
                  </a:lnTo>
                  <a:lnTo>
                    <a:pt x="2300166" y="274448"/>
                  </a:lnTo>
                  <a:lnTo>
                    <a:pt x="2280298" y="312636"/>
                  </a:lnTo>
                  <a:lnTo>
                    <a:pt x="2249178" y="343757"/>
                  </a:lnTo>
                  <a:lnTo>
                    <a:pt x="2209847" y="364220"/>
                  </a:lnTo>
                  <a:lnTo>
                    <a:pt x="2164750" y="371584"/>
                  </a:lnTo>
                  <a:close/>
                </a:path>
                <a:path w="3051809" h="6230620">
                  <a:moveTo>
                    <a:pt x="2947831" y="6079482"/>
                  </a:moveTo>
                  <a:lnTo>
                    <a:pt x="2639628" y="6079482"/>
                  </a:lnTo>
                  <a:lnTo>
                    <a:pt x="2685304" y="6075378"/>
                  </a:lnTo>
                  <a:lnTo>
                    <a:pt x="2728314" y="6063545"/>
                  </a:lnTo>
                  <a:lnTo>
                    <a:pt x="2767936" y="6044708"/>
                  </a:lnTo>
                  <a:lnTo>
                    <a:pt x="2803446" y="6019590"/>
                  </a:lnTo>
                  <a:lnTo>
                    <a:pt x="2834122" y="5988914"/>
                  </a:lnTo>
                  <a:lnTo>
                    <a:pt x="2859240" y="5953404"/>
                  </a:lnTo>
                  <a:lnTo>
                    <a:pt x="2878077" y="5913782"/>
                  </a:lnTo>
                  <a:lnTo>
                    <a:pt x="2889910" y="5870771"/>
                  </a:lnTo>
                  <a:lnTo>
                    <a:pt x="2894015" y="5825096"/>
                  </a:lnTo>
                  <a:lnTo>
                    <a:pt x="2892491" y="5825096"/>
                  </a:lnTo>
                  <a:lnTo>
                    <a:pt x="2892491" y="413214"/>
                  </a:lnTo>
                  <a:lnTo>
                    <a:pt x="2888386" y="367536"/>
                  </a:lnTo>
                  <a:lnTo>
                    <a:pt x="2876553" y="324523"/>
                  </a:lnTo>
                  <a:lnTo>
                    <a:pt x="2857715" y="284898"/>
                  </a:lnTo>
                  <a:lnTo>
                    <a:pt x="2832596" y="249385"/>
                  </a:lnTo>
                  <a:lnTo>
                    <a:pt x="2801917" y="218706"/>
                  </a:lnTo>
                  <a:lnTo>
                    <a:pt x="2766403" y="193586"/>
                  </a:lnTo>
                  <a:lnTo>
                    <a:pt x="2726775" y="174748"/>
                  </a:lnTo>
                  <a:lnTo>
                    <a:pt x="2683758" y="162915"/>
                  </a:lnTo>
                  <a:lnTo>
                    <a:pt x="2638074" y="158809"/>
                  </a:lnTo>
                  <a:lnTo>
                    <a:pt x="2954107" y="158809"/>
                  </a:lnTo>
                  <a:lnTo>
                    <a:pt x="2992532" y="213117"/>
                  </a:lnTo>
                  <a:lnTo>
                    <a:pt x="3012983" y="252564"/>
                  </a:lnTo>
                  <a:lnTo>
                    <a:pt x="3029348" y="294257"/>
                  </a:lnTo>
                  <a:lnTo>
                    <a:pt x="3041364" y="337931"/>
                  </a:lnTo>
                  <a:lnTo>
                    <a:pt x="3048766" y="383324"/>
                  </a:lnTo>
                  <a:lnTo>
                    <a:pt x="3051291" y="430173"/>
                  </a:lnTo>
                  <a:lnTo>
                    <a:pt x="3051291" y="5800408"/>
                  </a:lnTo>
                  <a:lnTo>
                    <a:pt x="3048766" y="5847256"/>
                  </a:lnTo>
                  <a:lnTo>
                    <a:pt x="3041364" y="5892649"/>
                  </a:lnTo>
                  <a:lnTo>
                    <a:pt x="3029348" y="5936324"/>
                  </a:lnTo>
                  <a:lnTo>
                    <a:pt x="3012983" y="5978018"/>
                  </a:lnTo>
                  <a:lnTo>
                    <a:pt x="2992532" y="6017468"/>
                  </a:lnTo>
                  <a:lnTo>
                    <a:pt x="2968256" y="6054410"/>
                  </a:lnTo>
                  <a:lnTo>
                    <a:pt x="2947831" y="6079482"/>
                  </a:lnTo>
                  <a:close/>
                </a:path>
                <a:path w="3051809" h="6230620">
                  <a:moveTo>
                    <a:pt x="2300166" y="274448"/>
                  </a:moveTo>
                  <a:lnTo>
                    <a:pt x="1891832" y="274448"/>
                  </a:lnTo>
                  <a:lnTo>
                    <a:pt x="1906961" y="271460"/>
                  </a:lnTo>
                  <a:lnTo>
                    <a:pt x="1919203" y="263269"/>
                  </a:lnTo>
                  <a:lnTo>
                    <a:pt x="1927399" y="251030"/>
                  </a:lnTo>
                  <a:lnTo>
                    <a:pt x="1930389" y="235903"/>
                  </a:lnTo>
                  <a:lnTo>
                    <a:pt x="1927399" y="220773"/>
                  </a:lnTo>
                  <a:lnTo>
                    <a:pt x="1919203" y="208534"/>
                  </a:lnTo>
                  <a:lnTo>
                    <a:pt x="1906961" y="200342"/>
                  </a:lnTo>
                  <a:lnTo>
                    <a:pt x="1891832" y="197354"/>
                  </a:lnTo>
                  <a:lnTo>
                    <a:pt x="2308128" y="197354"/>
                  </a:lnTo>
                  <a:lnTo>
                    <a:pt x="2308128" y="228191"/>
                  </a:lnTo>
                  <a:lnTo>
                    <a:pt x="2300763" y="273300"/>
                  </a:lnTo>
                  <a:lnTo>
                    <a:pt x="2300166" y="274448"/>
                  </a:lnTo>
                  <a:close/>
                </a:path>
                <a:path w="3051809" h="6230620">
                  <a:moveTo>
                    <a:pt x="1863687" y="262112"/>
                  </a:moveTo>
                  <a:lnTo>
                    <a:pt x="1692920" y="262112"/>
                  </a:lnTo>
                  <a:lnTo>
                    <a:pt x="1702879" y="260185"/>
                  </a:lnTo>
                  <a:lnTo>
                    <a:pt x="1711238" y="254789"/>
                  </a:lnTo>
                  <a:lnTo>
                    <a:pt x="1716991" y="246502"/>
                  </a:lnTo>
                  <a:lnTo>
                    <a:pt x="1719132" y="235903"/>
                  </a:lnTo>
                  <a:lnTo>
                    <a:pt x="1716991" y="225302"/>
                  </a:lnTo>
                  <a:lnTo>
                    <a:pt x="1711238" y="217014"/>
                  </a:lnTo>
                  <a:lnTo>
                    <a:pt x="1702879" y="211617"/>
                  </a:lnTo>
                  <a:lnTo>
                    <a:pt x="1692920" y="209690"/>
                  </a:lnTo>
                  <a:lnTo>
                    <a:pt x="1864225" y="209690"/>
                  </a:lnTo>
                  <a:lnTo>
                    <a:pt x="1856479" y="220773"/>
                  </a:lnTo>
                  <a:lnTo>
                    <a:pt x="1853275" y="235903"/>
                  </a:lnTo>
                  <a:lnTo>
                    <a:pt x="1856265" y="251030"/>
                  </a:lnTo>
                  <a:lnTo>
                    <a:pt x="1863687" y="2621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65826" y="2186244"/>
              <a:ext cx="2732135" cy="5920672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3502152" y="2237124"/>
              <a:ext cx="422909" cy="52705"/>
            </a:xfrm>
            <a:custGeom>
              <a:avLst/>
              <a:gdLst/>
              <a:ahLst/>
              <a:cxnLst/>
              <a:rect l="l" t="t" r="r" b="b"/>
              <a:pathLst>
                <a:path w="422909" h="52705">
                  <a:moveTo>
                    <a:pt x="396239" y="52422"/>
                  </a:moveTo>
                  <a:lnTo>
                    <a:pt x="26212" y="52422"/>
                  </a:lnTo>
                  <a:lnTo>
                    <a:pt x="16266" y="50495"/>
                  </a:lnTo>
                  <a:lnTo>
                    <a:pt x="7905" y="45098"/>
                  </a:lnTo>
                  <a:lnTo>
                    <a:pt x="2145" y="36812"/>
                  </a:lnTo>
                  <a:lnTo>
                    <a:pt x="0" y="26212"/>
                  </a:lnTo>
                  <a:lnTo>
                    <a:pt x="2145" y="15611"/>
                  </a:lnTo>
                  <a:lnTo>
                    <a:pt x="7905" y="7323"/>
                  </a:lnTo>
                  <a:lnTo>
                    <a:pt x="16266" y="1927"/>
                  </a:lnTo>
                  <a:lnTo>
                    <a:pt x="26212" y="0"/>
                  </a:lnTo>
                  <a:lnTo>
                    <a:pt x="396239" y="0"/>
                  </a:lnTo>
                  <a:lnTo>
                    <a:pt x="406199" y="1927"/>
                  </a:lnTo>
                  <a:lnTo>
                    <a:pt x="414558" y="7323"/>
                  </a:lnTo>
                  <a:lnTo>
                    <a:pt x="420311" y="15611"/>
                  </a:lnTo>
                  <a:lnTo>
                    <a:pt x="422452" y="26212"/>
                  </a:lnTo>
                  <a:lnTo>
                    <a:pt x="420311" y="36812"/>
                  </a:lnTo>
                  <a:lnTo>
                    <a:pt x="414558" y="45098"/>
                  </a:lnTo>
                  <a:lnTo>
                    <a:pt x="406199" y="50495"/>
                  </a:lnTo>
                  <a:lnTo>
                    <a:pt x="396239" y="52422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58747" y="2224789"/>
              <a:ext cx="77114" cy="77093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2140692" y="2829203"/>
              <a:ext cx="3181350" cy="1489710"/>
            </a:xfrm>
            <a:custGeom>
              <a:avLst/>
              <a:gdLst/>
              <a:ahLst/>
              <a:cxnLst/>
              <a:rect l="l" t="t" r="r" b="b"/>
              <a:pathLst>
                <a:path w="3181350" h="1489710">
                  <a:moveTo>
                    <a:pt x="33934" y="1020699"/>
                  </a:moveTo>
                  <a:lnTo>
                    <a:pt x="20828" y="1023404"/>
                  </a:lnTo>
                  <a:lnTo>
                    <a:pt x="10033" y="1030719"/>
                  </a:lnTo>
                  <a:lnTo>
                    <a:pt x="2705" y="1041514"/>
                  </a:lnTo>
                  <a:lnTo>
                    <a:pt x="0" y="1054620"/>
                  </a:lnTo>
                  <a:lnTo>
                    <a:pt x="0" y="1455496"/>
                  </a:lnTo>
                  <a:lnTo>
                    <a:pt x="2705" y="1468602"/>
                  </a:lnTo>
                  <a:lnTo>
                    <a:pt x="10033" y="1479397"/>
                  </a:lnTo>
                  <a:lnTo>
                    <a:pt x="20828" y="1486725"/>
                  </a:lnTo>
                  <a:lnTo>
                    <a:pt x="33934" y="1489417"/>
                  </a:lnTo>
                  <a:lnTo>
                    <a:pt x="33934" y="1020699"/>
                  </a:lnTo>
                  <a:close/>
                </a:path>
                <a:path w="3181350" h="1489710">
                  <a:moveTo>
                    <a:pt x="33934" y="451764"/>
                  </a:moveTo>
                  <a:lnTo>
                    <a:pt x="20828" y="454215"/>
                  </a:lnTo>
                  <a:lnTo>
                    <a:pt x="10033" y="461010"/>
                  </a:lnTo>
                  <a:lnTo>
                    <a:pt x="2705" y="471271"/>
                  </a:lnTo>
                  <a:lnTo>
                    <a:pt x="0" y="484124"/>
                  </a:lnTo>
                  <a:lnTo>
                    <a:pt x="0" y="884999"/>
                  </a:lnTo>
                  <a:lnTo>
                    <a:pt x="2705" y="898105"/>
                  </a:lnTo>
                  <a:lnTo>
                    <a:pt x="10033" y="908900"/>
                  </a:lnTo>
                  <a:lnTo>
                    <a:pt x="20828" y="916228"/>
                  </a:lnTo>
                  <a:lnTo>
                    <a:pt x="33934" y="918921"/>
                  </a:lnTo>
                  <a:lnTo>
                    <a:pt x="33934" y="451764"/>
                  </a:lnTo>
                  <a:close/>
                </a:path>
                <a:path w="3181350" h="1489710">
                  <a:moveTo>
                    <a:pt x="33934" y="0"/>
                  </a:moveTo>
                  <a:lnTo>
                    <a:pt x="20828" y="2451"/>
                  </a:lnTo>
                  <a:lnTo>
                    <a:pt x="10033" y="9245"/>
                  </a:lnTo>
                  <a:lnTo>
                    <a:pt x="2705" y="19507"/>
                  </a:lnTo>
                  <a:lnTo>
                    <a:pt x="0" y="32372"/>
                  </a:lnTo>
                  <a:lnTo>
                    <a:pt x="0" y="225107"/>
                  </a:lnTo>
                  <a:lnTo>
                    <a:pt x="2705" y="238213"/>
                  </a:lnTo>
                  <a:lnTo>
                    <a:pt x="10033" y="249008"/>
                  </a:lnTo>
                  <a:lnTo>
                    <a:pt x="20828" y="256336"/>
                  </a:lnTo>
                  <a:lnTo>
                    <a:pt x="33934" y="259029"/>
                  </a:lnTo>
                  <a:lnTo>
                    <a:pt x="33934" y="0"/>
                  </a:lnTo>
                  <a:close/>
                </a:path>
                <a:path w="3181350" h="1489710">
                  <a:moveTo>
                    <a:pt x="3180842" y="639851"/>
                  </a:moveTo>
                  <a:lnTo>
                    <a:pt x="3178137" y="626745"/>
                  </a:lnTo>
                  <a:lnTo>
                    <a:pt x="3170809" y="615950"/>
                  </a:lnTo>
                  <a:lnTo>
                    <a:pt x="3160014" y="608622"/>
                  </a:lnTo>
                  <a:lnTo>
                    <a:pt x="3146907" y="605929"/>
                  </a:lnTo>
                  <a:lnTo>
                    <a:pt x="3146907" y="1356804"/>
                  </a:lnTo>
                  <a:lnTo>
                    <a:pt x="3160014" y="1354112"/>
                  </a:lnTo>
                  <a:lnTo>
                    <a:pt x="3170809" y="1346796"/>
                  </a:lnTo>
                  <a:lnTo>
                    <a:pt x="3178137" y="1336014"/>
                  </a:lnTo>
                  <a:lnTo>
                    <a:pt x="3180842" y="1322908"/>
                  </a:lnTo>
                  <a:lnTo>
                    <a:pt x="3180842" y="639851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2174626" y="1996597"/>
              <a:ext cx="3113405" cy="6292850"/>
            </a:xfrm>
            <a:custGeom>
              <a:avLst/>
              <a:gdLst/>
              <a:ahLst/>
              <a:cxnLst/>
              <a:rect l="l" t="t" r="r" b="b"/>
              <a:pathLst>
                <a:path w="3113405" h="6292850">
                  <a:moveTo>
                    <a:pt x="2651973" y="6292255"/>
                  </a:moveTo>
                  <a:lnTo>
                    <a:pt x="461010" y="6292255"/>
                  </a:lnTo>
                  <a:lnTo>
                    <a:pt x="413906" y="6289873"/>
                  </a:lnTo>
                  <a:lnTo>
                    <a:pt x="368155" y="6282881"/>
                  </a:lnTo>
                  <a:lnTo>
                    <a:pt x="323991" y="6271512"/>
                  </a:lnTo>
                  <a:lnTo>
                    <a:pt x="281645" y="6255999"/>
                  </a:lnTo>
                  <a:lnTo>
                    <a:pt x="241350" y="6236575"/>
                  </a:lnTo>
                  <a:lnTo>
                    <a:pt x="203339" y="6213471"/>
                  </a:lnTo>
                  <a:lnTo>
                    <a:pt x="167844" y="6186920"/>
                  </a:lnTo>
                  <a:lnTo>
                    <a:pt x="135098" y="6157156"/>
                  </a:lnTo>
                  <a:lnTo>
                    <a:pt x="105334" y="6124410"/>
                  </a:lnTo>
                  <a:lnTo>
                    <a:pt x="78783" y="6088915"/>
                  </a:lnTo>
                  <a:lnTo>
                    <a:pt x="55680" y="6050904"/>
                  </a:lnTo>
                  <a:lnTo>
                    <a:pt x="36255" y="6010610"/>
                  </a:lnTo>
                  <a:lnTo>
                    <a:pt x="20742" y="5968264"/>
                  </a:lnTo>
                  <a:lnTo>
                    <a:pt x="9373" y="5924099"/>
                  </a:lnTo>
                  <a:lnTo>
                    <a:pt x="2382" y="5878349"/>
                  </a:lnTo>
                  <a:lnTo>
                    <a:pt x="78" y="5832799"/>
                  </a:lnTo>
                  <a:lnTo>
                    <a:pt x="0" y="461010"/>
                  </a:lnTo>
                  <a:lnTo>
                    <a:pt x="577" y="437666"/>
                  </a:lnTo>
                  <a:lnTo>
                    <a:pt x="5206" y="390977"/>
                  </a:lnTo>
                  <a:lnTo>
                    <a:pt x="14074" y="346143"/>
                  </a:lnTo>
                  <a:lnTo>
                    <a:pt x="25875" y="307838"/>
                  </a:lnTo>
                  <a:lnTo>
                    <a:pt x="46238" y="260571"/>
                  </a:lnTo>
                  <a:lnTo>
                    <a:pt x="67848" y="222026"/>
                  </a:lnTo>
                  <a:lnTo>
                    <a:pt x="102293" y="171433"/>
                  </a:lnTo>
                  <a:lnTo>
                    <a:pt x="135666" y="134140"/>
                  </a:lnTo>
                  <a:lnTo>
                    <a:pt x="143776" y="126961"/>
                  </a:lnTo>
                  <a:lnTo>
                    <a:pt x="159973" y="112024"/>
                  </a:lnTo>
                  <a:lnTo>
                    <a:pt x="209362" y="74594"/>
                  </a:lnTo>
                  <a:lnTo>
                    <a:pt x="254296" y="48882"/>
                  </a:lnTo>
                  <a:lnTo>
                    <a:pt x="302399" y="28139"/>
                  </a:lnTo>
                  <a:lnTo>
                    <a:pt x="353199" y="12792"/>
                  </a:lnTo>
                  <a:lnTo>
                    <a:pt x="406823" y="3162"/>
                  </a:lnTo>
                  <a:lnTo>
                    <a:pt x="408021" y="3162"/>
                  </a:lnTo>
                  <a:lnTo>
                    <a:pt x="461010" y="0"/>
                  </a:lnTo>
                  <a:lnTo>
                    <a:pt x="2653497" y="0"/>
                  </a:lnTo>
                  <a:lnTo>
                    <a:pt x="2708185" y="3162"/>
                  </a:lnTo>
                  <a:lnTo>
                    <a:pt x="2760983" y="12449"/>
                  </a:lnTo>
                  <a:lnTo>
                    <a:pt x="2811551" y="27560"/>
                  </a:lnTo>
                  <a:lnTo>
                    <a:pt x="2819172" y="30837"/>
                  </a:lnTo>
                  <a:lnTo>
                    <a:pt x="461010" y="30837"/>
                  </a:lnTo>
                  <a:lnTo>
                    <a:pt x="414162" y="33363"/>
                  </a:lnTo>
                  <a:lnTo>
                    <a:pt x="368769" y="40769"/>
                  </a:lnTo>
                  <a:lnTo>
                    <a:pt x="325096" y="52793"/>
                  </a:lnTo>
                  <a:lnTo>
                    <a:pt x="283404" y="69175"/>
                  </a:lnTo>
                  <a:lnTo>
                    <a:pt x="243957" y="89655"/>
                  </a:lnTo>
                  <a:lnTo>
                    <a:pt x="207018" y="113973"/>
                  </a:lnTo>
                  <a:lnTo>
                    <a:pt x="172850" y="141868"/>
                  </a:lnTo>
                  <a:lnTo>
                    <a:pt x="141717" y="173079"/>
                  </a:lnTo>
                  <a:lnTo>
                    <a:pt x="113881" y="207347"/>
                  </a:lnTo>
                  <a:lnTo>
                    <a:pt x="89605" y="244411"/>
                  </a:lnTo>
                  <a:lnTo>
                    <a:pt x="69153" y="284010"/>
                  </a:lnTo>
                  <a:lnTo>
                    <a:pt x="52788" y="325884"/>
                  </a:lnTo>
                  <a:lnTo>
                    <a:pt x="40773" y="369773"/>
                  </a:lnTo>
                  <a:lnTo>
                    <a:pt x="33371" y="415416"/>
                  </a:lnTo>
                  <a:lnTo>
                    <a:pt x="30928" y="461010"/>
                  </a:lnTo>
                  <a:lnTo>
                    <a:pt x="30845" y="5832799"/>
                  </a:lnTo>
                  <a:lnTo>
                    <a:pt x="33301" y="5878349"/>
                  </a:lnTo>
                  <a:lnTo>
                    <a:pt x="40773" y="5925039"/>
                  </a:lnTo>
                  <a:lnTo>
                    <a:pt x="52665" y="5968264"/>
                  </a:lnTo>
                  <a:lnTo>
                    <a:pt x="69153" y="6010405"/>
                  </a:lnTo>
                  <a:lnTo>
                    <a:pt x="89605" y="6049852"/>
                  </a:lnTo>
                  <a:lnTo>
                    <a:pt x="113881" y="6086791"/>
                  </a:lnTo>
                  <a:lnTo>
                    <a:pt x="141717" y="6120959"/>
                  </a:lnTo>
                  <a:lnTo>
                    <a:pt x="172850" y="6152092"/>
                  </a:lnTo>
                  <a:lnTo>
                    <a:pt x="207018" y="6179928"/>
                  </a:lnTo>
                  <a:lnTo>
                    <a:pt x="243957" y="6204204"/>
                  </a:lnTo>
                  <a:lnTo>
                    <a:pt x="283404" y="6224656"/>
                  </a:lnTo>
                  <a:lnTo>
                    <a:pt x="325096" y="6241021"/>
                  </a:lnTo>
                  <a:lnTo>
                    <a:pt x="368769" y="6253036"/>
                  </a:lnTo>
                  <a:lnTo>
                    <a:pt x="414162" y="6260438"/>
                  </a:lnTo>
                  <a:lnTo>
                    <a:pt x="461010" y="6262964"/>
                  </a:lnTo>
                  <a:lnTo>
                    <a:pt x="2812315" y="6262964"/>
                  </a:lnTo>
                  <a:lnTo>
                    <a:pt x="2788980" y="6271512"/>
                  </a:lnTo>
                  <a:lnTo>
                    <a:pt x="2744819" y="6282881"/>
                  </a:lnTo>
                  <a:lnTo>
                    <a:pt x="2699072" y="6289873"/>
                  </a:lnTo>
                  <a:lnTo>
                    <a:pt x="2651973" y="6292255"/>
                  </a:lnTo>
                  <a:close/>
                </a:path>
                <a:path w="3113405" h="6292850">
                  <a:moveTo>
                    <a:pt x="2812315" y="6262964"/>
                  </a:moveTo>
                  <a:lnTo>
                    <a:pt x="2651973" y="6262964"/>
                  </a:lnTo>
                  <a:lnTo>
                    <a:pt x="2698821" y="6260438"/>
                  </a:lnTo>
                  <a:lnTo>
                    <a:pt x="2744213" y="6253036"/>
                  </a:lnTo>
                  <a:lnTo>
                    <a:pt x="2787887" y="6241021"/>
                  </a:lnTo>
                  <a:lnTo>
                    <a:pt x="2829578" y="6224656"/>
                  </a:lnTo>
                  <a:lnTo>
                    <a:pt x="2869025" y="6204204"/>
                  </a:lnTo>
                  <a:lnTo>
                    <a:pt x="2905964" y="6179928"/>
                  </a:lnTo>
                  <a:lnTo>
                    <a:pt x="2940132" y="6152092"/>
                  </a:lnTo>
                  <a:lnTo>
                    <a:pt x="2971266" y="6120959"/>
                  </a:lnTo>
                  <a:lnTo>
                    <a:pt x="2999102" y="6086791"/>
                  </a:lnTo>
                  <a:lnTo>
                    <a:pt x="3023377" y="6049852"/>
                  </a:lnTo>
                  <a:lnTo>
                    <a:pt x="3043723" y="6010610"/>
                  </a:lnTo>
                  <a:lnTo>
                    <a:pt x="3060194" y="5968713"/>
                  </a:lnTo>
                  <a:lnTo>
                    <a:pt x="3072209" y="5925039"/>
                  </a:lnTo>
                  <a:lnTo>
                    <a:pt x="3079611" y="5879647"/>
                  </a:lnTo>
                  <a:lnTo>
                    <a:pt x="3082137" y="5832799"/>
                  </a:lnTo>
                  <a:lnTo>
                    <a:pt x="3082137" y="461010"/>
                  </a:lnTo>
                  <a:lnTo>
                    <a:pt x="3079679" y="415416"/>
                  </a:lnTo>
                  <a:lnTo>
                    <a:pt x="3079612" y="414177"/>
                  </a:lnTo>
                  <a:lnTo>
                    <a:pt x="3072209" y="368769"/>
                  </a:lnTo>
                  <a:lnTo>
                    <a:pt x="3060194" y="325094"/>
                  </a:lnTo>
                  <a:lnTo>
                    <a:pt x="3043829" y="283402"/>
                  </a:lnTo>
                  <a:lnTo>
                    <a:pt x="3023377" y="243954"/>
                  </a:lnTo>
                  <a:lnTo>
                    <a:pt x="2999102" y="207014"/>
                  </a:lnTo>
                  <a:lnTo>
                    <a:pt x="2971266" y="172846"/>
                  </a:lnTo>
                  <a:lnTo>
                    <a:pt x="2940132" y="141711"/>
                  </a:lnTo>
                  <a:lnTo>
                    <a:pt x="2906086" y="113973"/>
                  </a:lnTo>
                  <a:lnTo>
                    <a:pt x="2869112" y="89655"/>
                  </a:lnTo>
                  <a:lnTo>
                    <a:pt x="2829635" y="69175"/>
                  </a:lnTo>
                  <a:lnTo>
                    <a:pt x="2787918" y="52793"/>
                  </a:lnTo>
                  <a:lnTo>
                    <a:pt x="2744226" y="40769"/>
                  </a:lnTo>
                  <a:lnTo>
                    <a:pt x="2698823" y="33363"/>
                  </a:lnTo>
                  <a:lnTo>
                    <a:pt x="2651973" y="30837"/>
                  </a:lnTo>
                  <a:lnTo>
                    <a:pt x="2819172" y="30837"/>
                  </a:lnTo>
                  <a:lnTo>
                    <a:pt x="2859548" y="48197"/>
                  </a:lnTo>
                  <a:lnTo>
                    <a:pt x="2904635" y="74058"/>
                  </a:lnTo>
                  <a:lnTo>
                    <a:pt x="2946471" y="104845"/>
                  </a:lnTo>
                  <a:lnTo>
                    <a:pt x="2978840" y="134140"/>
                  </a:lnTo>
                  <a:lnTo>
                    <a:pt x="3011574" y="171649"/>
                  </a:lnTo>
                  <a:lnTo>
                    <a:pt x="3034927" y="203523"/>
                  </a:lnTo>
                  <a:lnTo>
                    <a:pt x="3058062" y="240720"/>
                  </a:lnTo>
                  <a:lnTo>
                    <a:pt x="3075152" y="275868"/>
                  </a:lnTo>
                  <a:lnTo>
                    <a:pt x="3092927" y="323786"/>
                  </a:lnTo>
                  <a:lnTo>
                    <a:pt x="3103711" y="368500"/>
                  </a:lnTo>
                  <a:lnTo>
                    <a:pt x="3110670" y="413599"/>
                  </a:lnTo>
                  <a:lnTo>
                    <a:pt x="3112983" y="461010"/>
                  </a:lnTo>
                  <a:lnTo>
                    <a:pt x="3112904" y="5832799"/>
                  </a:lnTo>
                  <a:lnTo>
                    <a:pt x="3110600" y="5878349"/>
                  </a:lnTo>
                  <a:lnTo>
                    <a:pt x="3103608" y="5924099"/>
                  </a:lnTo>
                  <a:lnTo>
                    <a:pt x="3092238" y="5968264"/>
                  </a:lnTo>
                  <a:lnTo>
                    <a:pt x="3076798" y="6010405"/>
                  </a:lnTo>
                  <a:lnTo>
                    <a:pt x="3076723" y="6010610"/>
                  </a:lnTo>
                  <a:lnTo>
                    <a:pt x="3057297" y="6050904"/>
                  </a:lnTo>
                  <a:lnTo>
                    <a:pt x="3034191" y="6088915"/>
                  </a:lnTo>
                  <a:lnTo>
                    <a:pt x="3007639" y="6124410"/>
                  </a:lnTo>
                  <a:lnTo>
                    <a:pt x="2977873" y="6157156"/>
                  </a:lnTo>
                  <a:lnTo>
                    <a:pt x="2945126" y="6186920"/>
                  </a:lnTo>
                  <a:lnTo>
                    <a:pt x="2909630" y="6213471"/>
                  </a:lnTo>
                  <a:lnTo>
                    <a:pt x="2871619" y="6236575"/>
                  </a:lnTo>
                  <a:lnTo>
                    <a:pt x="2831325" y="6255999"/>
                  </a:lnTo>
                  <a:lnTo>
                    <a:pt x="2812315" y="6262964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15573875" y="2820728"/>
            <a:ext cx="2435860" cy="4818380"/>
            <a:chOff x="15573875" y="2820728"/>
            <a:chExt cx="2435860" cy="4818380"/>
          </a:xfrm>
        </p:grpSpPr>
        <p:sp>
          <p:nvSpPr>
            <p:cNvPr id="18" name="object 18" descr=""/>
            <p:cNvSpPr/>
            <p:nvPr/>
          </p:nvSpPr>
          <p:spPr>
            <a:xfrm>
              <a:off x="15623466" y="2844338"/>
              <a:ext cx="2336800" cy="4770755"/>
            </a:xfrm>
            <a:custGeom>
              <a:avLst/>
              <a:gdLst/>
              <a:ahLst/>
              <a:cxnLst/>
              <a:rect l="l" t="t" r="r" b="b"/>
              <a:pathLst>
                <a:path w="2336800" h="4770755">
                  <a:moveTo>
                    <a:pt x="2006925" y="4770570"/>
                  </a:moveTo>
                  <a:lnTo>
                    <a:pt x="329366" y="4770570"/>
                  </a:lnTo>
                  <a:lnTo>
                    <a:pt x="280715" y="4766997"/>
                  </a:lnTo>
                  <a:lnTo>
                    <a:pt x="234274" y="4756618"/>
                  </a:lnTo>
                  <a:lnTo>
                    <a:pt x="190553" y="4739943"/>
                  </a:lnTo>
                  <a:lnTo>
                    <a:pt x="150063" y="4717484"/>
                  </a:lnTo>
                  <a:lnTo>
                    <a:pt x="113314" y="4689751"/>
                  </a:lnTo>
                  <a:lnTo>
                    <a:pt x="80818" y="4657255"/>
                  </a:lnTo>
                  <a:lnTo>
                    <a:pt x="53086" y="4620507"/>
                  </a:lnTo>
                  <a:lnTo>
                    <a:pt x="30626" y="4580017"/>
                  </a:lnTo>
                  <a:lnTo>
                    <a:pt x="13952" y="4536296"/>
                  </a:lnTo>
                  <a:lnTo>
                    <a:pt x="3573" y="4489854"/>
                  </a:lnTo>
                  <a:lnTo>
                    <a:pt x="0" y="4441204"/>
                  </a:lnTo>
                  <a:lnTo>
                    <a:pt x="0" y="329360"/>
                  </a:lnTo>
                  <a:lnTo>
                    <a:pt x="3573" y="280714"/>
                  </a:lnTo>
                  <a:lnTo>
                    <a:pt x="13952" y="234276"/>
                  </a:lnTo>
                  <a:lnTo>
                    <a:pt x="30626" y="190557"/>
                  </a:lnTo>
                  <a:lnTo>
                    <a:pt x="53086" y="150068"/>
                  </a:lnTo>
                  <a:lnTo>
                    <a:pt x="80818" y="113320"/>
                  </a:lnTo>
                  <a:lnTo>
                    <a:pt x="113314" y="80823"/>
                  </a:lnTo>
                  <a:lnTo>
                    <a:pt x="150063" y="53089"/>
                  </a:lnTo>
                  <a:lnTo>
                    <a:pt x="190553" y="30629"/>
                  </a:lnTo>
                  <a:lnTo>
                    <a:pt x="234274" y="13953"/>
                  </a:lnTo>
                  <a:lnTo>
                    <a:pt x="280715" y="3573"/>
                  </a:lnTo>
                  <a:lnTo>
                    <a:pt x="329366" y="0"/>
                  </a:lnTo>
                  <a:lnTo>
                    <a:pt x="2006925" y="0"/>
                  </a:lnTo>
                  <a:lnTo>
                    <a:pt x="2055569" y="3573"/>
                  </a:lnTo>
                  <a:lnTo>
                    <a:pt x="2102006" y="13953"/>
                  </a:lnTo>
                  <a:lnTo>
                    <a:pt x="2145725" y="30629"/>
                  </a:lnTo>
                  <a:lnTo>
                    <a:pt x="2186215" y="53089"/>
                  </a:lnTo>
                  <a:lnTo>
                    <a:pt x="2222964" y="80823"/>
                  </a:lnTo>
                  <a:lnTo>
                    <a:pt x="2255462" y="113320"/>
                  </a:lnTo>
                  <a:lnTo>
                    <a:pt x="2261709" y="121596"/>
                  </a:lnTo>
                  <a:lnTo>
                    <a:pt x="317571" y="121596"/>
                  </a:lnTo>
                  <a:lnTo>
                    <a:pt x="272950" y="126749"/>
                  </a:lnTo>
                  <a:lnTo>
                    <a:pt x="231966" y="141422"/>
                  </a:lnTo>
                  <a:lnTo>
                    <a:pt x="195794" y="164438"/>
                  </a:lnTo>
                  <a:lnTo>
                    <a:pt x="165612" y="194619"/>
                  </a:lnTo>
                  <a:lnTo>
                    <a:pt x="142597" y="230788"/>
                  </a:lnTo>
                  <a:lnTo>
                    <a:pt x="127925" y="271766"/>
                  </a:lnTo>
                  <a:lnTo>
                    <a:pt x="122773" y="316376"/>
                  </a:lnTo>
                  <a:lnTo>
                    <a:pt x="122773" y="4460101"/>
                  </a:lnTo>
                  <a:lnTo>
                    <a:pt x="127925" y="4504712"/>
                  </a:lnTo>
                  <a:lnTo>
                    <a:pt x="142597" y="4545693"/>
                  </a:lnTo>
                  <a:lnTo>
                    <a:pt x="165612" y="4581865"/>
                  </a:lnTo>
                  <a:lnTo>
                    <a:pt x="195794" y="4612050"/>
                  </a:lnTo>
                  <a:lnTo>
                    <a:pt x="231966" y="4635069"/>
                  </a:lnTo>
                  <a:lnTo>
                    <a:pt x="272950" y="4649745"/>
                  </a:lnTo>
                  <a:lnTo>
                    <a:pt x="317571" y="4654899"/>
                  </a:lnTo>
                  <a:lnTo>
                    <a:pt x="2257241" y="4654899"/>
                  </a:lnTo>
                  <a:lnTo>
                    <a:pt x="2255462" y="4657255"/>
                  </a:lnTo>
                  <a:lnTo>
                    <a:pt x="2222964" y="4689751"/>
                  </a:lnTo>
                  <a:lnTo>
                    <a:pt x="2186215" y="4717484"/>
                  </a:lnTo>
                  <a:lnTo>
                    <a:pt x="2145725" y="4739943"/>
                  </a:lnTo>
                  <a:lnTo>
                    <a:pt x="2102006" y="4756618"/>
                  </a:lnTo>
                  <a:lnTo>
                    <a:pt x="2055569" y="4766997"/>
                  </a:lnTo>
                  <a:lnTo>
                    <a:pt x="2006925" y="4770570"/>
                  </a:lnTo>
                  <a:close/>
                </a:path>
                <a:path w="2336800" h="4770755">
                  <a:moveTo>
                    <a:pt x="1657471" y="284524"/>
                  </a:moveTo>
                  <a:lnTo>
                    <a:pt x="681167" y="284524"/>
                  </a:lnTo>
                  <a:lnTo>
                    <a:pt x="638616" y="275835"/>
                  </a:lnTo>
                  <a:lnTo>
                    <a:pt x="603698" y="252202"/>
                  </a:lnTo>
                  <a:lnTo>
                    <a:pt x="580067" y="217279"/>
                  </a:lnTo>
                  <a:lnTo>
                    <a:pt x="571378" y="174720"/>
                  </a:lnTo>
                  <a:lnTo>
                    <a:pt x="571378" y="121596"/>
                  </a:lnTo>
                  <a:lnTo>
                    <a:pt x="1767260" y="121596"/>
                  </a:lnTo>
                  <a:lnTo>
                    <a:pt x="1767260" y="151110"/>
                  </a:lnTo>
                  <a:lnTo>
                    <a:pt x="1448531" y="151110"/>
                  </a:lnTo>
                  <a:lnTo>
                    <a:pt x="1437435" y="153397"/>
                  </a:lnTo>
                  <a:lnTo>
                    <a:pt x="1428003" y="159669"/>
                  </a:lnTo>
                  <a:lnTo>
                    <a:pt x="1427384" y="160553"/>
                  </a:lnTo>
                  <a:lnTo>
                    <a:pt x="1012911" y="160553"/>
                  </a:lnTo>
                  <a:lnTo>
                    <a:pt x="1005285" y="162029"/>
                  </a:lnTo>
                  <a:lnTo>
                    <a:pt x="998879" y="166162"/>
                  </a:lnTo>
                  <a:lnTo>
                    <a:pt x="994467" y="172508"/>
                  </a:lnTo>
                  <a:lnTo>
                    <a:pt x="992824" y="180624"/>
                  </a:lnTo>
                  <a:lnTo>
                    <a:pt x="994467" y="188740"/>
                  </a:lnTo>
                  <a:lnTo>
                    <a:pt x="998879" y="195085"/>
                  </a:lnTo>
                  <a:lnTo>
                    <a:pt x="1005285" y="199216"/>
                  </a:lnTo>
                  <a:lnTo>
                    <a:pt x="1012911" y="200692"/>
                  </a:lnTo>
                  <a:lnTo>
                    <a:pt x="1426968" y="200692"/>
                  </a:lnTo>
                  <a:lnTo>
                    <a:pt x="1427557" y="201571"/>
                  </a:lnTo>
                  <a:lnTo>
                    <a:pt x="1436934" y="207837"/>
                  </a:lnTo>
                  <a:lnTo>
                    <a:pt x="1448531" y="210123"/>
                  </a:lnTo>
                  <a:lnTo>
                    <a:pt x="1760032" y="210123"/>
                  </a:lnTo>
                  <a:lnTo>
                    <a:pt x="1758571" y="217279"/>
                  </a:lnTo>
                  <a:lnTo>
                    <a:pt x="1734940" y="252202"/>
                  </a:lnTo>
                  <a:lnTo>
                    <a:pt x="1700022" y="275835"/>
                  </a:lnTo>
                  <a:lnTo>
                    <a:pt x="1657471" y="284524"/>
                  </a:lnTo>
                  <a:close/>
                </a:path>
                <a:path w="2336800" h="4770755">
                  <a:moveTo>
                    <a:pt x="2257241" y="4654899"/>
                  </a:moveTo>
                  <a:lnTo>
                    <a:pt x="2021067" y="4654899"/>
                  </a:lnTo>
                  <a:lnTo>
                    <a:pt x="2065688" y="4649745"/>
                  </a:lnTo>
                  <a:lnTo>
                    <a:pt x="2106672" y="4635069"/>
                  </a:lnTo>
                  <a:lnTo>
                    <a:pt x="2142844" y="4612050"/>
                  </a:lnTo>
                  <a:lnTo>
                    <a:pt x="2173025" y="4581865"/>
                  </a:lnTo>
                  <a:lnTo>
                    <a:pt x="2196041" y="4545693"/>
                  </a:lnTo>
                  <a:lnTo>
                    <a:pt x="2210713" y="4504712"/>
                  </a:lnTo>
                  <a:lnTo>
                    <a:pt x="2215865" y="4460101"/>
                  </a:lnTo>
                  <a:lnTo>
                    <a:pt x="2214676" y="4460101"/>
                  </a:lnTo>
                  <a:lnTo>
                    <a:pt x="2214676" y="316376"/>
                  </a:lnTo>
                  <a:lnTo>
                    <a:pt x="2209524" y="271766"/>
                  </a:lnTo>
                  <a:lnTo>
                    <a:pt x="2194853" y="230788"/>
                  </a:lnTo>
                  <a:lnTo>
                    <a:pt x="2171839" y="194619"/>
                  </a:lnTo>
                  <a:lnTo>
                    <a:pt x="2141661" y="164438"/>
                  </a:lnTo>
                  <a:lnTo>
                    <a:pt x="2105495" y="141422"/>
                  </a:lnTo>
                  <a:lnTo>
                    <a:pt x="2064518" y="126749"/>
                  </a:lnTo>
                  <a:lnTo>
                    <a:pt x="2019909" y="121596"/>
                  </a:lnTo>
                  <a:lnTo>
                    <a:pt x="2261709" y="121596"/>
                  </a:lnTo>
                  <a:lnTo>
                    <a:pt x="2305659" y="190557"/>
                  </a:lnTo>
                  <a:lnTo>
                    <a:pt x="2322336" y="234276"/>
                  </a:lnTo>
                  <a:lnTo>
                    <a:pt x="2332717" y="280714"/>
                  </a:lnTo>
                  <a:lnTo>
                    <a:pt x="2336291" y="329360"/>
                  </a:lnTo>
                  <a:lnTo>
                    <a:pt x="2336291" y="4441204"/>
                  </a:lnTo>
                  <a:lnTo>
                    <a:pt x="2332717" y="4489854"/>
                  </a:lnTo>
                  <a:lnTo>
                    <a:pt x="2322336" y="4536296"/>
                  </a:lnTo>
                  <a:lnTo>
                    <a:pt x="2305659" y="4580017"/>
                  </a:lnTo>
                  <a:lnTo>
                    <a:pt x="2283198" y="4620507"/>
                  </a:lnTo>
                  <a:lnTo>
                    <a:pt x="2257241" y="4654899"/>
                  </a:lnTo>
                  <a:close/>
                </a:path>
                <a:path w="2336800" h="4770755">
                  <a:moveTo>
                    <a:pt x="1760032" y="210123"/>
                  </a:moveTo>
                  <a:lnTo>
                    <a:pt x="1448531" y="210123"/>
                  </a:lnTo>
                  <a:lnTo>
                    <a:pt x="1460110" y="207837"/>
                  </a:lnTo>
                  <a:lnTo>
                    <a:pt x="1469478" y="201571"/>
                  </a:lnTo>
                  <a:lnTo>
                    <a:pt x="1475749" y="192205"/>
                  </a:lnTo>
                  <a:lnTo>
                    <a:pt x="1478036" y="180624"/>
                  </a:lnTo>
                  <a:lnTo>
                    <a:pt x="1475749" y="169039"/>
                  </a:lnTo>
                  <a:lnTo>
                    <a:pt x="1469478" y="159669"/>
                  </a:lnTo>
                  <a:lnTo>
                    <a:pt x="1460110" y="153397"/>
                  </a:lnTo>
                  <a:lnTo>
                    <a:pt x="1448531" y="151110"/>
                  </a:lnTo>
                  <a:lnTo>
                    <a:pt x="1767260" y="151110"/>
                  </a:lnTo>
                  <a:lnTo>
                    <a:pt x="1767260" y="174720"/>
                  </a:lnTo>
                  <a:lnTo>
                    <a:pt x="1760032" y="210123"/>
                  </a:lnTo>
                  <a:close/>
                </a:path>
                <a:path w="2336800" h="4770755">
                  <a:moveTo>
                    <a:pt x="1426968" y="200692"/>
                  </a:moveTo>
                  <a:lnTo>
                    <a:pt x="1296222" y="200692"/>
                  </a:lnTo>
                  <a:lnTo>
                    <a:pt x="1303849" y="199216"/>
                  </a:lnTo>
                  <a:lnTo>
                    <a:pt x="1310255" y="195085"/>
                  </a:lnTo>
                  <a:lnTo>
                    <a:pt x="1314666" y="188740"/>
                  </a:lnTo>
                  <a:lnTo>
                    <a:pt x="1316309" y="180624"/>
                  </a:lnTo>
                  <a:lnTo>
                    <a:pt x="1314666" y="172508"/>
                  </a:lnTo>
                  <a:lnTo>
                    <a:pt x="1310255" y="166162"/>
                  </a:lnTo>
                  <a:lnTo>
                    <a:pt x="1303849" y="162029"/>
                  </a:lnTo>
                  <a:lnTo>
                    <a:pt x="1296222" y="160553"/>
                  </a:lnTo>
                  <a:lnTo>
                    <a:pt x="1427384" y="160553"/>
                  </a:lnTo>
                  <a:lnTo>
                    <a:pt x="1421450" y="169039"/>
                  </a:lnTo>
                  <a:lnTo>
                    <a:pt x="1418996" y="180624"/>
                  </a:lnTo>
                  <a:lnTo>
                    <a:pt x="1421283" y="192205"/>
                  </a:lnTo>
                  <a:lnTo>
                    <a:pt x="1426968" y="200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46241" y="2965947"/>
              <a:ext cx="2091903" cy="453329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6616286" y="2995459"/>
              <a:ext cx="485775" cy="59055"/>
            </a:xfrm>
            <a:custGeom>
              <a:avLst/>
              <a:gdLst/>
              <a:ahLst/>
              <a:cxnLst/>
              <a:rect l="l" t="t" r="r" b="b"/>
              <a:pathLst>
                <a:path w="485775" h="59055">
                  <a:moveTo>
                    <a:pt x="323481" y="29514"/>
                  </a:moveTo>
                  <a:lnTo>
                    <a:pt x="321843" y="21386"/>
                  </a:lnTo>
                  <a:lnTo>
                    <a:pt x="317436" y="15049"/>
                  </a:lnTo>
                  <a:lnTo>
                    <a:pt x="311023" y="10909"/>
                  </a:lnTo>
                  <a:lnTo>
                    <a:pt x="303403" y="9436"/>
                  </a:lnTo>
                  <a:lnTo>
                    <a:pt x="20091" y="9436"/>
                  </a:lnTo>
                  <a:lnTo>
                    <a:pt x="12458" y="10909"/>
                  </a:lnTo>
                  <a:lnTo>
                    <a:pt x="6057" y="15049"/>
                  </a:lnTo>
                  <a:lnTo>
                    <a:pt x="1638" y="21386"/>
                  </a:lnTo>
                  <a:lnTo>
                    <a:pt x="0" y="29514"/>
                  </a:lnTo>
                  <a:lnTo>
                    <a:pt x="1638" y="37630"/>
                  </a:lnTo>
                  <a:lnTo>
                    <a:pt x="6057" y="43967"/>
                  </a:lnTo>
                  <a:lnTo>
                    <a:pt x="12458" y="48107"/>
                  </a:lnTo>
                  <a:lnTo>
                    <a:pt x="20091" y="49580"/>
                  </a:lnTo>
                  <a:lnTo>
                    <a:pt x="303403" y="49580"/>
                  </a:lnTo>
                  <a:lnTo>
                    <a:pt x="311023" y="48107"/>
                  </a:lnTo>
                  <a:lnTo>
                    <a:pt x="317436" y="43967"/>
                  </a:lnTo>
                  <a:lnTo>
                    <a:pt x="321843" y="37630"/>
                  </a:lnTo>
                  <a:lnTo>
                    <a:pt x="323481" y="29514"/>
                  </a:lnTo>
                  <a:close/>
                </a:path>
                <a:path w="485775" h="59055">
                  <a:moveTo>
                    <a:pt x="485216" y="29514"/>
                  </a:moveTo>
                  <a:lnTo>
                    <a:pt x="482892" y="18021"/>
                  </a:lnTo>
                  <a:lnTo>
                    <a:pt x="476567" y="8636"/>
                  </a:lnTo>
                  <a:lnTo>
                    <a:pt x="467182" y="2311"/>
                  </a:lnTo>
                  <a:lnTo>
                    <a:pt x="455701" y="0"/>
                  </a:lnTo>
                  <a:lnTo>
                    <a:pt x="444207" y="2311"/>
                  </a:lnTo>
                  <a:lnTo>
                    <a:pt x="434822" y="8636"/>
                  </a:lnTo>
                  <a:lnTo>
                    <a:pt x="428498" y="18021"/>
                  </a:lnTo>
                  <a:lnTo>
                    <a:pt x="426173" y="29514"/>
                  </a:lnTo>
                  <a:lnTo>
                    <a:pt x="428498" y="40995"/>
                  </a:lnTo>
                  <a:lnTo>
                    <a:pt x="434822" y="50368"/>
                  </a:lnTo>
                  <a:lnTo>
                    <a:pt x="444207" y="56692"/>
                  </a:lnTo>
                  <a:lnTo>
                    <a:pt x="455701" y="59004"/>
                  </a:lnTo>
                  <a:lnTo>
                    <a:pt x="467182" y="56692"/>
                  </a:lnTo>
                  <a:lnTo>
                    <a:pt x="476567" y="50368"/>
                  </a:lnTo>
                  <a:lnTo>
                    <a:pt x="482892" y="40995"/>
                  </a:lnTo>
                  <a:lnTo>
                    <a:pt x="485216" y="29514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5573870" y="3458234"/>
              <a:ext cx="2435860" cy="1140460"/>
            </a:xfrm>
            <a:custGeom>
              <a:avLst/>
              <a:gdLst/>
              <a:ahLst/>
              <a:cxnLst/>
              <a:rect l="l" t="t" r="r" b="b"/>
              <a:pathLst>
                <a:path w="2435859" h="1140460">
                  <a:moveTo>
                    <a:pt x="25971" y="781507"/>
                  </a:moveTo>
                  <a:lnTo>
                    <a:pt x="15925" y="783577"/>
                  </a:lnTo>
                  <a:lnTo>
                    <a:pt x="7670" y="789190"/>
                  </a:lnTo>
                  <a:lnTo>
                    <a:pt x="2070" y="797458"/>
                  </a:lnTo>
                  <a:lnTo>
                    <a:pt x="0" y="807478"/>
                  </a:lnTo>
                  <a:lnTo>
                    <a:pt x="0" y="1114437"/>
                  </a:lnTo>
                  <a:lnTo>
                    <a:pt x="2070" y="1124470"/>
                  </a:lnTo>
                  <a:lnTo>
                    <a:pt x="7670" y="1132725"/>
                  </a:lnTo>
                  <a:lnTo>
                    <a:pt x="15925" y="1138339"/>
                  </a:lnTo>
                  <a:lnTo>
                    <a:pt x="25971" y="1140409"/>
                  </a:lnTo>
                  <a:lnTo>
                    <a:pt x="25971" y="781507"/>
                  </a:lnTo>
                  <a:close/>
                </a:path>
                <a:path w="2435859" h="1140460">
                  <a:moveTo>
                    <a:pt x="25971" y="345884"/>
                  </a:moveTo>
                  <a:lnTo>
                    <a:pt x="15925" y="347776"/>
                  </a:lnTo>
                  <a:lnTo>
                    <a:pt x="7670" y="352983"/>
                  </a:lnTo>
                  <a:lnTo>
                    <a:pt x="2070" y="360845"/>
                  </a:lnTo>
                  <a:lnTo>
                    <a:pt x="0" y="370700"/>
                  </a:lnTo>
                  <a:lnTo>
                    <a:pt x="0" y="677633"/>
                  </a:lnTo>
                  <a:lnTo>
                    <a:pt x="2070" y="687666"/>
                  </a:lnTo>
                  <a:lnTo>
                    <a:pt x="7670" y="695934"/>
                  </a:lnTo>
                  <a:lnTo>
                    <a:pt x="15925" y="701535"/>
                  </a:lnTo>
                  <a:lnTo>
                    <a:pt x="25971" y="703605"/>
                  </a:lnTo>
                  <a:lnTo>
                    <a:pt x="25971" y="345884"/>
                  </a:lnTo>
                  <a:close/>
                </a:path>
                <a:path w="2435859" h="1140460">
                  <a:moveTo>
                    <a:pt x="25971" y="0"/>
                  </a:moveTo>
                  <a:lnTo>
                    <a:pt x="15925" y="1879"/>
                  </a:lnTo>
                  <a:lnTo>
                    <a:pt x="7670" y="7073"/>
                  </a:lnTo>
                  <a:lnTo>
                    <a:pt x="2070" y="14935"/>
                  </a:lnTo>
                  <a:lnTo>
                    <a:pt x="0" y="24777"/>
                  </a:lnTo>
                  <a:lnTo>
                    <a:pt x="0" y="172364"/>
                  </a:lnTo>
                  <a:lnTo>
                    <a:pt x="2070" y="182384"/>
                  </a:lnTo>
                  <a:lnTo>
                    <a:pt x="7670" y="190652"/>
                  </a:lnTo>
                  <a:lnTo>
                    <a:pt x="15925" y="196265"/>
                  </a:lnTo>
                  <a:lnTo>
                    <a:pt x="25971" y="198335"/>
                  </a:lnTo>
                  <a:lnTo>
                    <a:pt x="25971" y="0"/>
                  </a:lnTo>
                  <a:close/>
                </a:path>
                <a:path w="2435859" h="1140460">
                  <a:moveTo>
                    <a:pt x="2435479" y="489902"/>
                  </a:moveTo>
                  <a:lnTo>
                    <a:pt x="2433409" y="479882"/>
                  </a:lnTo>
                  <a:lnTo>
                    <a:pt x="2427795" y="471614"/>
                  </a:lnTo>
                  <a:lnTo>
                    <a:pt x="2419515" y="466001"/>
                  </a:lnTo>
                  <a:lnTo>
                    <a:pt x="2409469" y="463943"/>
                  </a:lnTo>
                  <a:lnTo>
                    <a:pt x="2409469" y="1038885"/>
                  </a:lnTo>
                  <a:lnTo>
                    <a:pt x="2419515" y="1036815"/>
                  </a:lnTo>
                  <a:lnTo>
                    <a:pt x="2427795" y="1031201"/>
                  </a:lnTo>
                  <a:lnTo>
                    <a:pt x="2433409" y="1022934"/>
                  </a:lnTo>
                  <a:lnTo>
                    <a:pt x="2435479" y="1012913"/>
                  </a:lnTo>
                  <a:lnTo>
                    <a:pt x="2435479" y="489902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5599844" y="2820728"/>
              <a:ext cx="2383790" cy="4818380"/>
            </a:xfrm>
            <a:custGeom>
              <a:avLst/>
              <a:gdLst/>
              <a:ahLst/>
              <a:cxnLst/>
              <a:rect l="l" t="t" r="r" b="b"/>
              <a:pathLst>
                <a:path w="2383790" h="4818380">
                  <a:moveTo>
                    <a:pt x="2030547" y="4817802"/>
                  </a:moveTo>
                  <a:lnTo>
                    <a:pt x="352988" y="4817802"/>
                  </a:lnTo>
                  <a:lnTo>
                    <a:pt x="305122" y="4814577"/>
                  </a:lnTo>
                  <a:lnTo>
                    <a:pt x="259203" y="4805183"/>
                  </a:lnTo>
                  <a:lnTo>
                    <a:pt x="215654" y="4790041"/>
                  </a:lnTo>
                  <a:lnTo>
                    <a:pt x="174896" y="4769575"/>
                  </a:lnTo>
                  <a:lnTo>
                    <a:pt x="137352" y="4744206"/>
                  </a:lnTo>
                  <a:lnTo>
                    <a:pt x="103445" y="4714357"/>
                  </a:lnTo>
                  <a:lnTo>
                    <a:pt x="73596" y="4680450"/>
                  </a:lnTo>
                  <a:lnTo>
                    <a:pt x="48227" y="4642906"/>
                  </a:lnTo>
                  <a:lnTo>
                    <a:pt x="27761" y="4602148"/>
                  </a:lnTo>
                  <a:lnTo>
                    <a:pt x="12619" y="4558599"/>
                  </a:lnTo>
                  <a:lnTo>
                    <a:pt x="3225" y="4512680"/>
                  </a:lnTo>
                  <a:lnTo>
                    <a:pt x="80" y="4466002"/>
                  </a:lnTo>
                  <a:lnTo>
                    <a:pt x="0" y="352970"/>
                  </a:lnTo>
                  <a:lnTo>
                    <a:pt x="440" y="335104"/>
                  </a:lnTo>
                  <a:lnTo>
                    <a:pt x="7071" y="282135"/>
                  </a:lnTo>
                  <a:lnTo>
                    <a:pt x="19820" y="235699"/>
                  </a:lnTo>
                  <a:lnTo>
                    <a:pt x="35417" y="199513"/>
                  </a:lnTo>
                  <a:lnTo>
                    <a:pt x="56390" y="162915"/>
                  </a:lnTo>
                  <a:lnTo>
                    <a:pt x="78206" y="131427"/>
                  </a:lnTo>
                  <a:lnTo>
                    <a:pt x="103875" y="102708"/>
                  </a:lnTo>
                  <a:lnTo>
                    <a:pt x="110088" y="97211"/>
                  </a:lnTo>
                  <a:lnTo>
                    <a:pt x="122491" y="85774"/>
                  </a:lnTo>
                  <a:lnTo>
                    <a:pt x="166969" y="52888"/>
                  </a:lnTo>
                  <a:lnTo>
                    <a:pt x="209163" y="30599"/>
                  </a:lnTo>
                  <a:lnTo>
                    <a:pt x="254647" y="13977"/>
                  </a:lnTo>
                  <a:lnTo>
                    <a:pt x="303321" y="3475"/>
                  </a:lnTo>
                  <a:lnTo>
                    <a:pt x="304380" y="3475"/>
                  </a:lnTo>
                  <a:lnTo>
                    <a:pt x="352988" y="0"/>
                  </a:lnTo>
                  <a:lnTo>
                    <a:pt x="2031705" y="0"/>
                  </a:lnTo>
                  <a:lnTo>
                    <a:pt x="2081782" y="3475"/>
                  </a:lnTo>
                  <a:lnTo>
                    <a:pt x="2129704" y="13637"/>
                  </a:lnTo>
                  <a:lnTo>
                    <a:pt x="2157168" y="23610"/>
                  </a:lnTo>
                  <a:lnTo>
                    <a:pt x="352988" y="23610"/>
                  </a:lnTo>
                  <a:lnTo>
                    <a:pt x="304337" y="27184"/>
                  </a:lnTo>
                  <a:lnTo>
                    <a:pt x="257896" y="37570"/>
                  </a:lnTo>
                  <a:lnTo>
                    <a:pt x="214175" y="54263"/>
                  </a:lnTo>
                  <a:lnTo>
                    <a:pt x="173685" y="76756"/>
                  </a:lnTo>
                  <a:lnTo>
                    <a:pt x="136936" y="104545"/>
                  </a:lnTo>
                  <a:lnTo>
                    <a:pt x="104440" y="137123"/>
                  </a:lnTo>
                  <a:lnTo>
                    <a:pt x="76708" y="173984"/>
                  </a:lnTo>
                  <a:lnTo>
                    <a:pt x="54248" y="214625"/>
                  </a:lnTo>
                  <a:lnTo>
                    <a:pt x="37574" y="258537"/>
                  </a:lnTo>
                  <a:lnTo>
                    <a:pt x="27195" y="305217"/>
                  </a:lnTo>
                  <a:lnTo>
                    <a:pt x="23708" y="352970"/>
                  </a:lnTo>
                  <a:lnTo>
                    <a:pt x="23621" y="4466002"/>
                  </a:lnTo>
                  <a:lnTo>
                    <a:pt x="27195" y="4514653"/>
                  </a:lnTo>
                  <a:lnTo>
                    <a:pt x="37574" y="4561094"/>
                  </a:lnTo>
                  <a:lnTo>
                    <a:pt x="54248" y="4604816"/>
                  </a:lnTo>
                  <a:lnTo>
                    <a:pt x="76708" y="4645306"/>
                  </a:lnTo>
                  <a:lnTo>
                    <a:pt x="104440" y="4682054"/>
                  </a:lnTo>
                  <a:lnTo>
                    <a:pt x="136936" y="4714550"/>
                  </a:lnTo>
                  <a:lnTo>
                    <a:pt x="173685" y="4742283"/>
                  </a:lnTo>
                  <a:lnTo>
                    <a:pt x="214175" y="4764742"/>
                  </a:lnTo>
                  <a:lnTo>
                    <a:pt x="257896" y="4781417"/>
                  </a:lnTo>
                  <a:lnTo>
                    <a:pt x="304337" y="4791796"/>
                  </a:lnTo>
                  <a:lnTo>
                    <a:pt x="352988" y="4795369"/>
                  </a:lnTo>
                  <a:lnTo>
                    <a:pt x="2152542" y="4795369"/>
                  </a:lnTo>
                  <a:lnTo>
                    <a:pt x="2124319" y="4805183"/>
                  </a:lnTo>
                  <a:lnTo>
                    <a:pt x="2078406" y="4814577"/>
                  </a:lnTo>
                  <a:lnTo>
                    <a:pt x="2030547" y="4817802"/>
                  </a:lnTo>
                  <a:close/>
                </a:path>
                <a:path w="2383790" h="4818380">
                  <a:moveTo>
                    <a:pt x="2152542" y="4795369"/>
                  </a:moveTo>
                  <a:lnTo>
                    <a:pt x="2030547" y="4795369"/>
                  </a:lnTo>
                  <a:lnTo>
                    <a:pt x="2079191" y="4791796"/>
                  </a:lnTo>
                  <a:lnTo>
                    <a:pt x="2125628" y="4781417"/>
                  </a:lnTo>
                  <a:lnTo>
                    <a:pt x="2169347" y="4764742"/>
                  </a:lnTo>
                  <a:lnTo>
                    <a:pt x="2209837" y="4742283"/>
                  </a:lnTo>
                  <a:lnTo>
                    <a:pt x="2246586" y="4714550"/>
                  </a:lnTo>
                  <a:lnTo>
                    <a:pt x="2279084" y="4682054"/>
                  </a:lnTo>
                  <a:lnTo>
                    <a:pt x="2306820" y="4645306"/>
                  </a:lnTo>
                  <a:lnTo>
                    <a:pt x="2329281" y="4604816"/>
                  </a:lnTo>
                  <a:lnTo>
                    <a:pt x="2345958" y="4561094"/>
                  </a:lnTo>
                  <a:lnTo>
                    <a:pt x="2356339" y="4514653"/>
                  </a:lnTo>
                  <a:lnTo>
                    <a:pt x="2359913" y="4466002"/>
                  </a:lnTo>
                  <a:lnTo>
                    <a:pt x="2359913" y="352970"/>
                  </a:lnTo>
                  <a:lnTo>
                    <a:pt x="2356405" y="305217"/>
                  </a:lnTo>
                  <a:lnTo>
                    <a:pt x="2345958" y="257886"/>
                  </a:lnTo>
                  <a:lnTo>
                    <a:pt x="2329281" y="214167"/>
                  </a:lnTo>
                  <a:lnTo>
                    <a:pt x="2306820" y="173678"/>
                  </a:lnTo>
                  <a:lnTo>
                    <a:pt x="2279084" y="136930"/>
                  </a:lnTo>
                  <a:lnTo>
                    <a:pt x="2246698" y="104545"/>
                  </a:lnTo>
                  <a:lnTo>
                    <a:pt x="2209912" y="76756"/>
                  </a:lnTo>
                  <a:lnTo>
                    <a:pt x="2169390" y="54263"/>
                  </a:lnTo>
                  <a:lnTo>
                    <a:pt x="2125646" y="37570"/>
                  </a:lnTo>
                  <a:lnTo>
                    <a:pt x="2079195" y="27184"/>
                  </a:lnTo>
                  <a:lnTo>
                    <a:pt x="2030547" y="23610"/>
                  </a:lnTo>
                  <a:lnTo>
                    <a:pt x="2157168" y="23610"/>
                  </a:lnTo>
                  <a:lnTo>
                    <a:pt x="2217268" y="52435"/>
                  </a:lnTo>
                  <a:lnTo>
                    <a:pt x="2256007" y="80278"/>
                  </a:lnTo>
                  <a:lnTo>
                    <a:pt x="2289465" y="112281"/>
                  </a:lnTo>
                  <a:lnTo>
                    <a:pt x="2313858" y="141665"/>
                  </a:lnTo>
                  <a:lnTo>
                    <a:pt x="2337163" y="177100"/>
                  </a:lnTo>
                  <a:lnTo>
                    <a:pt x="2354560" y="211225"/>
                  </a:lnTo>
                  <a:lnTo>
                    <a:pt x="2368173" y="247906"/>
                  </a:lnTo>
                  <a:lnTo>
                    <a:pt x="2379522" y="299182"/>
                  </a:lnTo>
                  <a:lnTo>
                    <a:pt x="2383505" y="352970"/>
                  </a:lnTo>
                  <a:lnTo>
                    <a:pt x="2383425" y="4466002"/>
                  </a:lnTo>
                  <a:lnTo>
                    <a:pt x="2380280" y="4512680"/>
                  </a:lnTo>
                  <a:lnTo>
                    <a:pt x="2370885" y="4558599"/>
                  </a:lnTo>
                  <a:lnTo>
                    <a:pt x="2355744" y="4602148"/>
                  </a:lnTo>
                  <a:lnTo>
                    <a:pt x="2335279" y="4642906"/>
                  </a:lnTo>
                  <a:lnTo>
                    <a:pt x="2309911" y="4680450"/>
                  </a:lnTo>
                  <a:lnTo>
                    <a:pt x="2280063" y="4714357"/>
                  </a:lnTo>
                  <a:lnTo>
                    <a:pt x="2246158" y="4744206"/>
                  </a:lnTo>
                  <a:lnTo>
                    <a:pt x="2208617" y="4769575"/>
                  </a:lnTo>
                  <a:lnTo>
                    <a:pt x="2167864" y="4790041"/>
                  </a:lnTo>
                  <a:lnTo>
                    <a:pt x="2152542" y="4795369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/>
          <p:nvPr/>
        </p:nvSpPr>
        <p:spPr>
          <a:xfrm>
            <a:off x="9772732" y="1205547"/>
            <a:ext cx="2514600" cy="2514600"/>
          </a:xfrm>
          <a:custGeom>
            <a:avLst/>
            <a:gdLst/>
            <a:ahLst/>
            <a:cxnLst/>
            <a:rect l="l" t="t" r="r" b="b"/>
            <a:pathLst>
              <a:path w="2514600" h="2514600">
                <a:moveTo>
                  <a:pt x="1313829" y="2514604"/>
                </a:moveTo>
                <a:lnTo>
                  <a:pt x="1354013" y="2512327"/>
                </a:lnTo>
                <a:lnTo>
                  <a:pt x="1401314" y="2507861"/>
                </a:lnTo>
                <a:lnTo>
                  <a:pt x="1448091" y="2501666"/>
                </a:lnTo>
                <a:lnTo>
                  <a:pt x="1494310" y="2493773"/>
                </a:lnTo>
                <a:lnTo>
                  <a:pt x="1539940" y="2484216"/>
                </a:lnTo>
                <a:lnTo>
                  <a:pt x="1584948" y="2473027"/>
                </a:lnTo>
                <a:lnTo>
                  <a:pt x="1629301" y="2460237"/>
                </a:lnTo>
                <a:lnTo>
                  <a:pt x="1672966" y="2445881"/>
                </a:lnTo>
                <a:lnTo>
                  <a:pt x="1715911" y="2429991"/>
                </a:lnTo>
                <a:lnTo>
                  <a:pt x="1758104" y="2412598"/>
                </a:lnTo>
                <a:lnTo>
                  <a:pt x="1799512" y="2393736"/>
                </a:lnTo>
                <a:lnTo>
                  <a:pt x="1840101" y="2373438"/>
                </a:lnTo>
                <a:lnTo>
                  <a:pt x="1879841" y="2351735"/>
                </a:lnTo>
                <a:lnTo>
                  <a:pt x="1918697" y="2328660"/>
                </a:lnTo>
                <a:lnTo>
                  <a:pt x="1956638" y="2304247"/>
                </a:lnTo>
                <a:lnTo>
                  <a:pt x="1993631" y="2278527"/>
                </a:lnTo>
                <a:lnTo>
                  <a:pt x="2029644" y="2251533"/>
                </a:lnTo>
                <a:lnTo>
                  <a:pt x="2064643" y="2223298"/>
                </a:lnTo>
                <a:lnTo>
                  <a:pt x="2098596" y="2193855"/>
                </a:lnTo>
                <a:lnTo>
                  <a:pt x="2131471" y="2163235"/>
                </a:lnTo>
                <a:lnTo>
                  <a:pt x="2163235" y="2131471"/>
                </a:lnTo>
                <a:lnTo>
                  <a:pt x="2193855" y="2098597"/>
                </a:lnTo>
                <a:lnTo>
                  <a:pt x="2223299" y="2064644"/>
                </a:lnTo>
                <a:lnTo>
                  <a:pt x="2251535" y="2029645"/>
                </a:lnTo>
                <a:lnTo>
                  <a:pt x="2278529" y="1993633"/>
                </a:lnTo>
                <a:lnTo>
                  <a:pt x="2304250" y="1956641"/>
                </a:lnTo>
                <a:lnTo>
                  <a:pt x="2328664" y="1918700"/>
                </a:lnTo>
                <a:lnTo>
                  <a:pt x="2351739" y="1879844"/>
                </a:lnTo>
                <a:lnTo>
                  <a:pt x="2373442" y="1840104"/>
                </a:lnTo>
                <a:lnTo>
                  <a:pt x="2393741" y="1799515"/>
                </a:lnTo>
                <a:lnTo>
                  <a:pt x="2412604" y="1758107"/>
                </a:lnTo>
                <a:lnTo>
                  <a:pt x="2429997" y="1715914"/>
                </a:lnTo>
                <a:lnTo>
                  <a:pt x="2445888" y="1672969"/>
                </a:lnTo>
                <a:lnTo>
                  <a:pt x="2460245" y="1629304"/>
                </a:lnTo>
                <a:lnTo>
                  <a:pt x="2473035" y="1584951"/>
                </a:lnTo>
                <a:lnTo>
                  <a:pt x="2484225" y="1539943"/>
                </a:lnTo>
                <a:lnTo>
                  <a:pt x="2493783" y="1494313"/>
                </a:lnTo>
                <a:lnTo>
                  <a:pt x="2501676" y="1448093"/>
                </a:lnTo>
                <a:lnTo>
                  <a:pt x="2507872" y="1401315"/>
                </a:lnTo>
                <a:lnTo>
                  <a:pt x="2512338" y="1354014"/>
                </a:lnTo>
                <a:lnTo>
                  <a:pt x="2514594" y="1314032"/>
                </a:lnTo>
              </a:path>
              <a:path w="2514600" h="2514600">
                <a:moveTo>
                  <a:pt x="2514592" y="1201903"/>
                </a:moveTo>
                <a:lnTo>
                  <a:pt x="2512338" y="1161921"/>
                </a:lnTo>
                <a:lnTo>
                  <a:pt x="2507872" y="1114620"/>
                </a:lnTo>
                <a:lnTo>
                  <a:pt x="2501676" y="1067843"/>
                </a:lnTo>
                <a:lnTo>
                  <a:pt x="2493783" y="1021623"/>
                </a:lnTo>
                <a:lnTo>
                  <a:pt x="2484225" y="975994"/>
                </a:lnTo>
                <a:lnTo>
                  <a:pt x="2473035" y="930986"/>
                </a:lnTo>
                <a:lnTo>
                  <a:pt x="2460245" y="886634"/>
                </a:lnTo>
                <a:lnTo>
                  <a:pt x="2445889" y="842969"/>
                </a:lnTo>
                <a:lnTo>
                  <a:pt x="2429998" y="800024"/>
                </a:lnTo>
                <a:lnTo>
                  <a:pt x="2412605" y="757831"/>
                </a:lnTo>
                <a:lnTo>
                  <a:pt x="2393742" y="716424"/>
                </a:lnTo>
                <a:lnTo>
                  <a:pt x="2373443" y="675834"/>
                </a:lnTo>
                <a:lnTo>
                  <a:pt x="2351740" y="636095"/>
                </a:lnTo>
                <a:lnTo>
                  <a:pt x="2328665" y="597239"/>
                </a:lnTo>
                <a:lnTo>
                  <a:pt x="2304251" y="559298"/>
                </a:lnTo>
                <a:lnTo>
                  <a:pt x="2278531" y="522306"/>
                </a:lnTo>
                <a:lnTo>
                  <a:pt x="2251537" y="486294"/>
                </a:lnTo>
                <a:lnTo>
                  <a:pt x="2223301" y="451295"/>
                </a:lnTo>
                <a:lnTo>
                  <a:pt x="2193857" y="417342"/>
                </a:lnTo>
                <a:lnTo>
                  <a:pt x="2163237" y="384468"/>
                </a:lnTo>
                <a:lnTo>
                  <a:pt x="2131473" y="352704"/>
                </a:lnTo>
                <a:lnTo>
                  <a:pt x="2098598" y="322084"/>
                </a:lnTo>
                <a:lnTo>
                  <a:pt x="2064645" y="292640"/>
                </a:lnTo>
                <a:lnTo>
                  <a:pt x="2029646" y="264405"/>
                </a:lnTo>
                <a:lnTo>
                  <a:pt x="1993634" y="237412"/>
                </a:lnTo>
                <a:lnTo>
                  <a:pt x="1956641" y="211692"/>
                </a:lnTo>
                <a:lnTo>
                  <a:pt x="1918700" y="187278"/>
                </a:lnTo>
                <a:lnTo>
                  <a:pt x="1879843" y="164204"/>
                </a:lnTo>
                <a:lnTo>
                  <a:pt x="1840104" y="142501"/>
                </a:lnTo>
                <a:lnTo>
                  <a:pt x="1799514" y="122202"/>
                </a:lnTo>
                <a:lnTo>
                  <a:pt x="1758106" y="103340"/>
                </a:lnTo>
                <a:lnTo>
                  <a:pt x="1715913" y="85947"/>
                </a:lnTo>
                <a:lnTo>
                  <a:pt x="1672968" y="70056"/>
                </a:lnTo>
                <a:lnTo>
                  <a:pt x="1629302" y="55700"/>
                </a:lnTo>
                <a:lnTo>
                  <a:pt x="1584949" y="42911"/>
                </a:lnTo>
                <a:lnTo>
                  <a:pt x="1539942" y="31721"/>
                </a:lnTo>
                <a:lnTo>
                  <a:pt x="1494311" y="22164"/>
                </a:lnTo>
                <a:lnTo>
                  <a:pt x="1448092" y="14271"/>
                </a:lnTo>
                <a:lnTo>
                  <a:pt x="1401315" y="8076"/>
                </a:lnTo>
                <a:lnTo>
                  <a:pt x="1354013" y="3610"/>
                </a:lnTo>
                <a:lnTo>
                  <a:pt x="1306219" y="907"/>
                </a:lnTo>
                <a:lnTo>
                  <a:pt x="1257966" y="0"/>
                </a:lnTo>
                <a:lnTo>
                  <a:pt x="1209714" y="908"/>
                </a:lnTo>
                <a:lnTo>
                  <a:pt x="1161921" y="3612"/>
                </a:lnTo>
                <a:lnTo>
                  <a:pt x="1114620" y="8078"/>
                </a:lnTo>
                <a:lnTo>
                  <a:pt x="1067844" y="14275"/>
                </a:lnTo>
                <a:lnTo>
                  <a:pt x="1021625" y="22168"/>
                </a:lnTo>
                <a:lnTo>
                  <a:pt x="975995" y="31726"/>
                </a:lnTo>
                <a:lnTo>
                  <a:pt x="930988" y="42916"/>
                </a:lnTo>
                <a:lnTo>
                  <a:pt x="886636" y="55706"/>
                </a:lnTo>
                <a:lnTo>
                  <a:pt x="842971" y="70063"/>
                </a:lnTo>
                <a:lnTo>
                  <a:pt x="800027" y="85954"/>
                </a:lnTo>
                <a:lnTo>
                  <a:pt x="757835" y="103347"/>
                </a:lnTo>
                <a:lnTo>
                  <a:pt x="716428" y="122209"/>
                </a:lnTo>
                <a:lnTo>
                  <a:pt x="675839" y="142508"/>
                </a:lnTo>
                <a:lnTo>
                  <a:pt x="636100" y="164211"/>
                </a:lnTo>
                <a:lnTo>
                  <a:pt x="597244" y="187286"/>
                </a:lnTo>
                <a:lnTo>
                  <a:pt x="559304" y="211699"/>
                </a:lnTo>
                <a:lnTo>
                  <a:pt x="522311" y="237419"/>
                </a:lnTo>
                <a:lnTo>
                  <a:pt x="486300" y="264413"/>
                </a:lnTo>
                <a:lnTo>
                  <a:pt x="451301" y="292648"/>
                </a:lnTo>
                <a:lnTo>
                  <a:pt x="417348" y="322091"/>
                </a:lnTo>
                <a:lnTo>
                  <a:pt x="384474" y="352711"/>
                </a:lnTo>
                <a:lnTo>
                  <a:pt x="352711" y="384474"/>
                </a:lnTo>
                <a:lnTo>
                  <a:pt x="322091" y="417348"/>
                </a:lnTo>
                <a:lnTo>
                  <a:pt x="292647" y="451301"/>
                </a:lnTo>
                <a:lnTo>
                  <a:pt x="264412" y="486299"/>
                </a:lnTo>
                <a:lnTo>
                  <a:pt x="237418" y="522311"/>
                </a:lnTo>
                <a:lnTo>
                  <a:pt x="211698" y="559303"/>
                </a:lnTo>
                <a:lnTo>
                  <a:pt x="187284" y="597244"/>
                </a:lnTo>
                <a:lnTo>
                  <a:pt x="164209" y="636099"/>
                </a:lnTo>
                <a:lnTo>
                  <a:pt x="142506" y="675838"/>
                </a:lnTo>
                <a:lnTo>
                  <a:pt x="122207" y="716427"/>
                </a:lnTo>
                <a:lnTo>
                  <a:pt x="103345" y="757834"/>
                </a:lnTo>
                <a:lnTo>
                  <a:pt x="85952" y="800026"/>
                </a:lnTo>
                <a:lnTo>
                  <a:pt x="70061" y="842971"/>
                </a:lnTo>
                <a:lnTo>
                  <a:pt x="55704" y="886636"/>
                </a:lnTo>
                <a:lnTo>
                  <a:pt x="42914" y="930988"/>
                </a:lnTo>
                <a:lnTo>
                  <a:pt x="31724" y="975995"/>
                </a:lnTo>
                <a:lnTo>
                  <a:pt x="22166" y="1021625"/>
                </a:lnTo>
                <a:lnTo>
                  <a:pt x="14273" y="1067844"/>
                </a:lnTo>
                <a:lnTo>
                  <a:pt x="8077" y="1114620"/>
                </a:lnTo>
                <a:lnTo>
                  <a:pt x="3611" y="1161921"/>
                </a:lnTo>
                <a:lnTo>
                  <a:pt x="908" y="1209714"/>
                </a:lnTo>
                <a:lnTo>
                  <a:pt x="0" y="1257967"/>
                </a:lnTo>
                <a:lnTo>
                  <a:pt x="908" y="1306220"/>
                </a:lnTo>
                <a:lnTo>
                  <a:pt x="3611" y="1354013"/>
                </a:lnTo>
                <a:lnTo>
                  <a:pt x="8077" y="1401315"/>
                </a:lnTo>
                <a:lnTo>
                  <a:pt x="14273" y="1448091"/>
                </a:lnTo>
                <a:lnTo>
                  <a:pt x="22166" y="1494311"/>
                </a:lnTo>
                <a:lnTo>
                  <a:pt x="31724" y="1539941"/>
                </a:lnTo>
                <a:lnTo>
                  <a:pt x="42915" y="1584949"/>
                </a:lnTo>
                <a:lnTo>
                  <a:pt x="55704" y="1629301"/>
                </a:lnTo>
                <a:lnTo>
                  <a:pt x="70061" y="1672966"/>
                </a:lnTo>
                <a:lnTo>
                  <a:pt x="85952" y="1715911"/>
                </a:lnTo>
                <a:lnTo>
                  <a:pt x="103346" y="1758104"/>
                </a:lnTo>
                <a:lnTo>
                  <a:pt x="122208" y="1799511"/>
                </a:lnTo>
                <a:lnTo>
                  <a:pt x="142507" y="1840100"/>
                </a:lnTo>
                <a:lnTo>
                  <a:pt x="164210" y="1879839"/>
                </a:lnTo>
                <a:lnTo>
                  <a:pt x="187285" y="1918695"/>
                </a:lnTo>
                <a:lnTo>
                  <a:pt x="211699" y="1956636"/>
                </a:lnTo>
                <a:lnTo>
                  <a:pt x="237419" y="1993628"/>
                </a:lnTo>
                <a:lnTo>
                  <a:pt x="264413" y="2029640"/>
                </a:lnTo>
                <a:lnTo>
                  <a:pt x="292649" y="2064638"/>
                </a:lnTo>
                <a:lnTo>
                  <a:pt x="322093" y="2098591"/>
                </a:lnTo>
                <a:lnTo>
                  <a:pt x="352713" y="2131465"/>
                </a:lnTo>
                <a:lnTo>
                  <a:pt x="384476" y="2163228"/>
                </a:lnTo>
                <a:lnTo>
                  <a:pt x="417351" y="2193848"/>
                </a:lnTo>
                <a:lnTo>
                  <a:pt x="451303" y="2223291"/>
                </a:lnTo>
                <a:lnTo>
                  <a:pt x="486302" y="2251526"/>
                </a:lnTo>
                <a:lnTo>
                  <a:pt x="522314" y="2278520"/>
                </a:lnTo>
                <a:lnTo>
                  <a:pt x="559306" y="2304240"/>
                </a:lnTo>
                <a:lnTo>
                  <a:pt x="597246" y="2328653"/>
                </a:lnTo>
                <a:lnTo>
                  <a:pt x="636102" y="2351728"/>
                </a:lnTo>
                <a:lnTo>
                  <a:pt x="675841" y="2373430"/>
                </a:lnTo>
                <a:lnTo>
                  <a:pt x="716430" y="2393729"/>
                </a:lnTo>
                <a:lnTo>
                  <a:pt x="757837" y="2412591"/>
                </a:lnTo>
                <a:lnTo>
                  <a:pt x="800029" y="2429984"/>
                </a:lnTo>
                <a:lnTo>
                  <a:pt x="842973" y="2445875"/>
                </a:lnTo>
                <a:lnTo>
                  <a:pt x="886638" y="2460232"/>
                </a:lnTo>
                <a:lnTo>
                  <a:pt x="930990" y="2473021"/>
                </a:lnTo>
                <a:lnTo>
                  <a:pt x="975997" y="2484211"/>
                </a:lnTo>
                <a:lnTo>
                  <a:pt x="1021626" y="2493769"/>
                </a:lnTo>
                <a:lnTo>
                  <a:pt x="1067845" y="2501663"/>
                </a:lnTo>
                <a:lnTo>
                  <a:pt x="1114621" y="2507859"/>
                </a:lnTo>
                <a:lnTo>
                  <a:pt x="1161922" y="2512325"/>
                </a:lnTo>
                <a:lnTo>
                  <a:pt x="1202130" y="2514605"/>
                </a:lnTo>
              </a:path>
            </a:pathLst>
          </a:custGeom>
          <a:ln w="131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5561175" y="894841"/>
            <a:ext cx="107886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229">
                <a:solidFill>
                  <a:srgbClr val="FFFFFF"/>
                </a:solidFill>
                <a:latin typeface="Arial Narrow"/>
                <a:cs typeface="Arial Narrow"/>
              </a:rPr>
              <a:t>next</a:t>
            </a:r>
            <a:r>
              <a:rPr dirty="0" sz="19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900" spc="125">
                <a:solidFill>
                  <a:srgbClr val="FFFFFF"/>
                </a:solidFill>
                <a:latin typeface="Arial Narrow"/>
                <a:cs typeface="Arial Narrow"/>
              </a:rPr>
              <a:t>slide</a:t>
            </a:r>
            <a:endParaRPr sz="1900">
              <a:latin typeface="Arial Narrow"/>
              <a:cs typeface="Arial Narrow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6451355" y="9233727"/>
            <a:ext cx="956310" cy="267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05"/>
              </a:lnSpc>
            </a:pPr>
            <a:r>
              <a:rPr dirty="0" sz="1900" spc="240">
                <a:solidFill>
                  <a:srgbClr val="FFFFFF"/>
                </a:solidFill>
                <a:latin typeface="Arial Narrow"/>
                <a:cs typeface="Arial Narrow"/>
              </a:rPr>
              <a:t>page</a:t>
            </a:r>
            <a:r>
              <a:rPr dirty="0" sz="1900" spc="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900" spc="295">
                <a:solidFill>
                  <a:srgbClr val="FFFFFF"/>
                </a:solidFill>
                <a:latin typeface="Arial Narrow"/>
                <a:cs typeface="Arial Narrow"/>
              </a:rPr>
              <a:t>05</a:t>
            </a:r>
            <a:endParaRPr sz="1900">
              <a:latin typeface="Arial Narrow"/>
              <a:cs typeface="Arial Narrow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758690" y="2989327"/>
            <a:ext cx="3202940" cy="81089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220"/>
              </a:spcBef>
              <a:tabLst>
                <a:tab pos="1150620" algn="l"/>
              </a:tabLst>
            </a:pPr>
            <a:r>
              <a:rPr dirty="0" sz="2600" spc="175">
                <a:solidFill>
                  <a:srgbClr val="FFFFFF"/>
                </a:solidFill>
                <a:latin typeface="Arial Narrow"/>
                <a:cs typeface="Arial Narrow"/>
              </a:rPr>
              <a:t>NAME:</a:t>
            </a:r>
            <a:r>
              <a:rPr dirty="0" sz="2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2600" spc="420">
                <a:solidFill>
                  <a:srgbClr val="FFFFFF"/>
                </a:solidFill>
                <a:latin typeface="Arial Narrow"/>
                <a:cs typeface="Arial Narrow"/>
              </a:rPr>
              <a:t>Go-</a:t>
            </a:r>
            <a:r>
              <a:rPr dirty="0" sz="2600" spc="265">
                <a:solidFill>
                  <a:srgbClr val="FFFFFF"/>
                </a:solidFill>
                <a:latin typeface="Arial Narrow"/>
                <a:cs typeface="Arial Narrow"/>
              </a:rPr>
              <a:t>Emotions </a:t>
            </a:r>
            <a:r>
              <a:rPr dirty="0" sz="2600" spc="345">
                <a:solidFill>
                  <a:srgbClr val="FFFFFF"/>
                </a:solidFill>
                <a:latin typeface="Arial Narrow"/>
                <a:cs typeface="Arial Narrow"/>
              </a:rPr>
              <a:t>Dataset</a:t>
            </a:r>
            <a:r>
              <a:rPr dirty="0" sz="2600" spc="11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2600" spc="220">
                <a:solidFill>
                  <a:srgbClr val="FFFFFF"/>
                </a:solidFill>
                <a:latin typeface="Arial Narrow"/>
                <a:cs typeface="Arial Narrow"/>
              </a:rPr>
              <a:t>(Google</a:t>
            </a:r>
            <a:r>
              <a:rPr dirty="0" sz="2600" spc="114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Arial Narrow"/>
                <a:cs typeface="Arial Narrow"/>
              </a:rPr>
              <a:t>AI)</a:t>
            </a:r>
            <a:endParaRPr sz="2600">
              <a:latin typeface="Arial Narrow"/>
              <a:cs typeface="Arial Narrow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758690" y="4784600"/>
            <a:ext cx="4244975" cy="81089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220"/>
              </a:spcBef>
              <a:tabLst>
                <a:tab pos="884555" algn="l"/>
                <a:tab pos="1089660" algn="l"/>
                <a:tab pos="1964689" algn="l"/>
              </a:tabLst>
            </a:pPr>
            <a:r>
              <a:rPr dirty="0" sz="2600" spc="220">
                <a:solidFill>
                  <a:srgbClr val="FFFFFF"/>
                </a:solidFill>
                <a:latin typeface="Arial Narrow"/>
                <a:cs typeface="Arial Narrow"/>
              </a:rPr>
              <a:t>Type</a:t>
            </a:r>
            <a:r>
              <a:rPr dirty="0" sz="2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2600" spc="-50">
                <a:solidFill>
                  <a:srgbClr val="FFFFFF"/>
                </a:solidFill>
                <a:latin typeface="Arial Narrow"/>
                <a:cs typeface="Arial Narrow"/>
              </a:rPr>
              <a:t>:</a:t>
            </a:r>
            <a:r>
              <a:rPr dirty="0" sz="2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2600" spc="140">
                <a:solidFill>
                  <a:srgbClr val="FFFFFF"/>
                </a:solidFill>
                <a:latin typeface="Arial Narrow"/>
                <a:cs typeface="Arial Narrow"/>
              </a:rPr>
              <a:t>CSV(</a:t>
            </a:r>
            <a:r>
              <a:rPr dirty="0" sz="2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2600" spc="229">
                <a:solidFill>
                  <a:srgbClr val="FFFFFF"/>
                </a:solidFill>
                <a:latin typeface="Arial Narrow"/>
                <a:cs typeface="Arial Narrow"/>
              </a:rPr>
              <a:t>Text</a:t>
            </a:r>
            <a:r>
              <a:rPr dirty="0" sz="2600" spc="37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2600" spc="225">
                <a:solidFill>
                  <a:srgbClr val="FFFFFF"/>
                </a:solidFill>
                <a:latin typeface="Arial Narrow"/>
                <a:cs typeface="Arial Narrow"/>
              </a:rPr>
              <a:t>+</a:t>
            </a:r>
            <a:r>
              <a:rPr dirty="0" sz="2600" spc="37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2600" spc="225">
                <a:solidFill>
                  <a:srgbClr val="FFFFFF"/>
                </a:solidFill>
                <a:latin typeface="Arial Narrow"/>
                <a:cs typeface="Arial Narrow"/>
              </a:rPr>
              <a:t>Multiple </a:t>
            </a:r>
            <a:r>
              <a:rPr dirty="0" sz="2600" spc="285">
                <a:solidFill>
                  <a:srgbClr val="FFFFFF"/>
                </a:solidFill>
                <a:latin typeface="Arial Narrow"/>
                <a:cs typeface="Arial Narrow"/>
              </a:rPr>
              <a:t>Emotion</a:t>
            </a:r>
            <a:r>
              <a:rPr dirty="0" sz="2600" spc="12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2600" spc="145">
                <a:solidFill>
                  <a:srgbClr val="FFFFFF"/>
                </a:solidFill>
                <a:latin typeface="Arial Narrow"/>
                <a:cs typeface="Arial Narrow"/>
              </a:rPr>
              <a:t>Labels)</a:t>
            </a:r>
            <a:endParaRPr sz="2600">
              <a:latin typeface="Arial Narrow"/>
              <a:cs typeface="Arial Narrow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957283" y="2924473"/>
            <a:ext cx="2313305" cy="4203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 spc="220">
                <a:solidFill>
                  <a:srgbClr val="FFFFFF"/>
                </a:solidFill>
                <a:latin typeface="Arial Narrow"/>
                <a:cs typeface="Arial Narrow"/>
              </a:rPr>
              <a:t>Rows:</a:t>
            </a:r>
            <a:r>
              <a:rPr dirty="0" sz="2600" spc="-2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2600" spc="350">
                <a:solidFill>
                  <a:srgbClr val="FFFFFF"/>
                </a:solidFill>
                <a:latin typeface="Arial Narrow"/>
                <a:cs typeface="Arial Narrow"/>
              </a:rPr>
              <a:t>~58,000</a:t>
            </a:r>
            <a:endParaRPr sz="2600">
              <a:latin typeface="Arial Narrow"/>
              <a:cs typeface="Arial Narrow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204933" y="4752169"/>
            <a:ext cx="4101465" cy="120142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215"/>
              </a:spcBef>
            </a:pPr>
            <a:r>
              <a:rPr dirty="0" sz="2600" spc="275">
                <a:solidFill>
                  <a:srgbClr val="FFFFFF"/>
                </a:solidFill>
                <a:latin typeface="Arial Narrow"/>
                <a:cs typeface="Arial Narrow"/>
              </a:rPr>
              <a:t>Columns</a:t>
            </a:r>
            <a:r>
              <a:rPr dirty="0" sz="26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2600">
                <a:solidFill>
                  <a:srgbClr val="FFFFFF"/>
                </a:solidFill>
                <a:latin typeface="Arial Narrow"/>
                <a:cs typeface="Arial Narrow"/>
              </a:rPr>
              <a:t>:</a:t>
            </a:r>
            <a:r>
              <a:rPr dirty="0" sz="26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2600" spc="305">
                <a:solidFill>
                  <a:srgbClr val="FFFFFF"/>
                </a:solidFill>
                <a:latin typeface="Arial Narrow"/>
                <a:cs typeface="Arial Narrow"/>
              </a:rPr>
              <a:t>text,</a:t>
            </a:r>
            <a:r>
              <a:rPr dirty="0" sz="26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2600" spc="245">
                <a:solidFill>
                  <a:srgbClr val="FFFFFF"/>
                </a:solidFill>
                <a:latin typeface="Arial Narrow"/>
                <a:cs typeface="Arial Narrow"/>
              </a:rPr>
              <a:t>admiration, </a:t>
            </a:r>
            <a:r>
              <a:rPr dirty="0" sz="2600" spc="305">
                <a:solidFill>
                  <a:srgbClr val="FFFFFF"/>
                </a:solidFill>
                <a:latin typeface="Arial Narrow"/>
                <a:cs typeface="Arial Narrow"/>
              </a:rPr>
              <a:t>amusement,</a:t>
            </a:r>
            <a:r>
              <a:rPr dirty="0" sz="2600" spc="11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2600" spc="220">
                <a:solidFill>
                  <a:srgbClr val="FFFFFF"/>
                </a:solidFill>
                <a:latin typeface="Arial Narrow"/>
                <a:cs typeface="Arial Narrow"/>
              </a:rPr>
              <a:t>anger, </a:t>
            </a:r>
            <a:r>
              <a:rPr dirty="0" sz="2600" spc="270">
                <a:solidFill>
                  <a:srgbClr val="FFFFFF"/>
                </a:solidFill>
                <a:latin typeface="Arial Narrow"/>
                <a:cs typeface="Arial Narrow"/>
              </a:rPr>
              <a:t>annoyance,</a:t>
            </a:r>
            <a:r>
              <a:rPr dirty="0" sz="2600" spc="14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2600" spc="250">
                <a:solidFill>
                  <a:srgbClr val="FFFFFF"/>
                </a:solidFill>
                <a:latin typeface="Arial Narrow"/>
                <a:cs typeface="Arial Narrow"/>
              </a:rPr>
              <a:t>caring,</a:t>
            </a:r>
            <a:r>
              <a:rPr dirty="0" sz="2600" spc="14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2600" spc="250">
                <a:solidFill>
                  <a:srgbClr val="FFFFFF"/>
                </a:solidFill>
                <a:latin typeface="Arial Narrow"/>
                <a:cs typeface="Arial Narrow"/>
              </a:rPr>
              <a:t>etc.</a:t>
            </a:r>
            <a:endParaRPr sz="2600">
              <a:latin typeface="Arial Narrow"/>
              <a:cs typeface="Arial Narrow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0654" rIns="0" bIns="0" rtlCol="0" vert="horz">
            <a:spAutoFit/>
          </a:bodyPr>
          <a:lstStyle/>
          <a:p>
            <a:pPr marL="636905">
              <a:lnSpc>
                <a:spcPct val="100000"/>
              </a:lnSpc>
              <a:spcBef>
                <a:spcPts val="100"/>
              </a:spcBef>
            </a:pPr>
            <a:r>
              <a:rPr dirty="0" spc="260"/>
              <a:t>D</a:t>
            </a:r>
            <a:r>
              <a:rPr dirty="0" spc="10"/>
              <a:t>A</a:t>
            </a:r>
            <a:r>
              <a:rPr dirty="0" spc="-25"/>
              <a:t>T</a:t>
            </a:r>
            <a:r>
              <a:rPr dirty="0" spc="445"/>
              <a:t>A</a:t>
            </a:r>
            <a:r>
              <a:rPr dirty="0" spc="570"/>
              <a:t>SET</a:t>
            </a:r>
          </a:p>
        </p:txBody>
      </p:sp>
      <p:sp>
        <p:nvSpPr>
          <p:cNvPr id="30" name="object 30" descr=""/>
          <p:cNvSpPr txBox="1"/>
          <p:nvPr/>
        </p:nvSpPr>
        <p:spPr>
          <a:xfrm>
            <a:off x="144696" y="5959478"/>
            <a:ext cx="7977505" cy="1934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solidFill>
                  <a:srgbClr val="FFFFFF"/>
                </a:solidFill>
                <a:latin typeface="Arial"/>
                <a:cs typeface="Arial"/>
              </a:rPr>
              <a:t>EXAMPLE:</a:t>
            </a:r>
            <a:endParaRPr sz="3600">
              <a:latin typeface="Arial"/>
              <a:cs typeface="Arial"/>
            </a:endParaRPr>
          </a:p>
          <a:p>
            <a:pPr marL="260985" marR="5080" indent="19685">
              <a:lnSpc>
                <a:spcPct val="116599"/>
              </a:lnSpc>
              <a:spcBef>
                <a:spcPts val="2030"/>
              </a:spcBef>
              <a:tabLst>
                <a:tab pos="7835265" algn="l"/>
              </a:tabLst>
            </a:pPr>
            <a:r>
              <a:rPr dirty="0" sz="3100" spc="-380">
                <a:solidFill>
                  <a:srgbClr val="FFFFFF"/>
                </a:solidFill>
                <a:latin typeface="Arial Black"/>
                <a:cs typeface="Arial Black"/>
              </a:rPr>
              <a:t>Text</a:t>
            </a:r>
            <a:r>
              <a:rPr dirty="0" sz="3100" spc="-29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100" spc="-195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r>
              <a:rPr dirty="0" sz="31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100" spc="-165">
                <a:solidFill>
                  <a:srgbClr val="FFFFFF"/>
                </a:solidFill>
                <a:latin typeface="Arial Black"/>
                <a:cs typeface="Arial Black"/>
              </a:rPr>
              <a:t>"Man</a:t>
            </a:r>
            <a:r>
              <a:rPr dirty="0" sz="31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100" spc="-215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r>
              <a:rPr dirty="0" sz="3100" spc="-29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100" spc="-170">
                <a:solidFill>
                  <a:srgbClr val="FFFFFF"/>
                </a:solidFill>
                <a:latin typeface="Arial Black"/>
                <a:cs typeface="Arial Black"/>
              </a:rPr>
              <a:t>love</a:t>
            </a:r>
            <a:r>
              <a:rPr dirty="0" sz="31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100" spc="-5">
                <a:solidFill>
                  <a:srgbClr val="FFFFFF"/>
                </a:solidFill>
                <a:latin typeface="Arial Black"/>
                <a:cs typeface="Arial Black"/>
              </a:rPr>
              <a:t>r</a:t>
            </a:r>
            <a:r>
              <a:rPr dirty="0" sz="3100" spc="35">
                <a:solidFill>
                  <a:srgbClr val="FFFFFF"/>
                </a:solidFill>
                <a:latin typeface="Arial Black"/>
                <a:cs typeface="Arial Black"/>
              </a:rPr>
              <a:t>eddi</a:t>
            </a:r>
            <a:r>
              <a:rPr dirty="0" sz="3100" spc="125">
                <a:solidFill>
                  <a:srgbClr val="FFFFFF"/>
                </a:solidFill>
                <a:latin typeface="Arial Black"/>
                <a:cs typeface="Arial Black"/>
              </a:rPr>
              <a:t>t</a:t>
            </a:r>
            <a:r>
              <a:rPr dirty="0" sz="3100" spc="-420">
                <a:solidFill>
                  <a:srgbClr val="FFFFFF"/>
                </a:solidFill>
                <a:latin typeface="Arial Black"/>
                <a:cs typeface="Arial Black"/>
              </a:rPr>
              <a:t>.</a:t>
            </a:r>
            <a:r>
              <a:rPr dirty="0" sz="3100" spc="45">
                <a:solidFill>
                  <a:srgbClr val="FFFFFF"/>
                </a:solidFill>
                <a:latin typeface="Arial Black"/>
                <a:cs typeface="Arial Black"/>
              </a:rPr>
              <a:t>"</a:t>
            </a:r>
            <a:r>
              <a:rPr dirty="0" sz="31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sz="3100" spc="-65">
                <a:solidFill>
                  <a:srgbClr val="FFFFFF"/>
                </a:solidFill>
                <a:latin typeface="Arial Black"/>
                <a:cs typeface="Arial Black"/>
              </a:rPr>
              <a:t>. </a:t>
            </a:r>
            <a:r>
              <a:rPr dirty="0" sz="3100" spc="-200">
                <a:solidFill>
                  <a:srgbClr val="FFFFFF"/>
                </a:solidFill>
                <a:latin typeface="Arial Black"/>
                <a:cs typeface="Arial Black"/>
              </a:rPr>
              <a:t>Emotions</a:t>
            </a:r>
            <a:r>
              <a:rPr dirty="0" sz="3100" spc="-25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100" spc="-195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r>
              <a:rPr dirty="0" sz="3100" spc="-2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100" spc="-229">
                <a:solidFill>
                  <a:srgbClr val="FFFFFF"/>
                </a:solidFill>
                <a:latin typeface="Arial Black"/>
                <a:cs typeface="Arial Black"/>
              </a:rPr>
              <a:t>joy=1,</a:t>
            </a:r>
            <a:r>
              <a:rPr dirty="0" sz="3100" spc="-2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100" spc="-185">
                <a:solidFill>
                  <a:srgbClr val="FFFFFF"/>
                </a:solidFill>
                <a:latin typeface="Arial Black"/>
                <a:cs typeface="Arial Black"/>
              </a:rPr>
              <a:t>admiration=0,</a:t>
            </a:r>
            <a:r>
              <a:rPr dirty="0" sz="3100" spc="-2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100" spc="-160">
                <a:solidFill>
                  <a:srgbClr val="FFFFFF"/>
                </a:solidFill>
                <a:latin typeface="Arial Black"/>
                <a:cs typeface="Arial Black"/>
              </a:rPr>
              <a:t>anger=0</a:t>
            </a:r>
            <a:endParaRPr sz="31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28892" y="822222"/>
            <a:ext cx="480059" cy="409575"/>
            <a:chOff x="1028892" y="822222"/>
            <a:chExt cx="480059" cy="4095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1121" y="822222"/>
              <a:ext cx="347205" cy="40957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892" y="986838"/>
              <a:ext cx="442361" cy="244958"/>
            </a:xfrm>
            <a:prstGeom prst="rect">
              <a:avLst/>
            </a:prstGeom>
          </p:spPr>
        </p:pic>
      </p:grpSp>
      <p:sp>
        <p:nvSpPr>
          <p:cNvPr id="5" name="object 5" descr=""/>
          <p:cNvSpPr/>
          <p:nvPr/>
        </p:nvSpPr>
        <p:spPr>
          <a:xfrm>
            <a:off x="2541579" y="946777"/>
            <a:ext cx="915035" cy="715645"/>
          </a:xfrm>
          <a:custGeom>
            <a:avLst/>
            <a:gdLst/>
            <a:ahLst/>
            <a:cxnLst/>
            <a:rect l="l" t="t" r="r" b="b"/>
            <a:pathLst>
              <a:path w="915035" h="715644">
                <a:moveTo>
                  <a:pt x="359792" y="715565"/>
                </a:moveTo>
                <a:lnTo>
                  <a:pt x="0" y="715565"/>
                </a:lnTo>
                <a:lnTo>
                  <a:pt x="0" y="415671"/>
                </a:lnTo>
                <a:lnTo>
                  <a:pt x="2189" y="355333"/>
                </a:lnTo>
                <a:lnTo>
                  <a:pt x="8757" y="300086"/>
                </a:lnTo>
                <a:lnTo>
                  <a:pt x="19698" y="249927"/>
                </a:lnTo>
                <a:lnTo>
                  <a:pt x="35010" y="204852"/>
                </a:lnTo>
                <a:lnTo>
                  <a:pt x="54689" y="164858"/>
                </a:lnTo>
                <a:lnTo>
                  <a:pt x="78731" y="129941"/>
                </a:lnTo>
                <a:lnTo>
                  <a:pt x="107133" y="100098"/>
                </a:lnTo>
                <a:lnTo>
                  <a:pt x="139572" y="74649"/>
                </a:lnTo>
                <a:lnTo>
                  <a:pt x="175724" y="52916"/>
                </a:lnTo>
                <a:lnTo>
                  <a:pt x="215585" y="34900"/>
                </a:lnTo>
                <a:lnTo>
                  <a:pt x="259151" y="20600"/>
                </a:lnTo>
                <a:lnTo>
                  <a:pt x="306421" y="10017"/>
                </a:lnTo>
                <a:lnTo>
                  <a:pt x="357389" y="3150"/>
                </a:lnTo>
                <a:lnTo>
                  <a:pt x="412053" y="0"/>
                </a:lnTo>
                <a:lnTo>
                  <a:pt x="413862" y="144319"/>
                </a:lnTo>
                <a:lnTo>
                  <a:pt x="353181" y="154609"/>
                </a:lnTo>
                <a:lnTo>
                  <a:pt x="305232" y="171460"/>
                </a:lnTo>
                <a:lnTo>
                  <a:pt x="269062" y="195034"/>
                </a:lnTo>
                <a:lnTo>
                  <a:pt x="243717" y="225493"/>
                </a:lnTo>
                <a:lnTo>
                  <a:pt x="228246" y="262997"/>
                </a:lnTo>
                <a:lnTo>
                  <a:pt x="221695" y="307710"/>
                </a:lnTo>
                <a:lnTo>
                  <a:pt x="222990" y="355333"/>
                </a:lnTo>
                <a:lnTo>
                  <a:pt x="223111" y="359792"/>
                </a:lnTo>
                <a:lnTo>
                  <a:pt x="359792" y="359792"/>
                </a:lnTo>
                <a:lnTo>
                  <a:pt x="359792" y="715565"/>
                </a:lnTo>
                <a:close/>
              </a:path>
              <a:path w="915035" h="715644">
                <a:moveTo>
                  <a:pt x="862698" y="715565"/>
                </a:moveTo>
                <a:lnTo>
                  <a:pt x="502905" y="715565"/>
                </a:lnTo>
                <a:lnTo>
                  <a:pt x="502905" y="415671"/>
                </a:lnTo>
                <a:lnTo>
                  <a:pt x="505095" y="355333"/>
                </a:lnTo>
                <a:lnTo>
                  <a:pt x="511663" y="300086"/>
                </a:lnTo>
                <a:lnTo>
                  <a:pt x="522604" y="249927"/>
                </a:lnTo>
                <a:lnTo>
                  <a:pt x="537916" y="204852"/>
                </a:lnTo>
                <a:lnTo>
                  <a:pt x="557595" y="164858"/>
                </a:lnTo>
                <a:lnTo>
                  <a:pt x="581637" y="129941"/>
                </a:lnTo>
                <a:lnTo>
                  <a:pt x="610039" y="100098"/>
                </a:lnTo>
                <a:lnTo>
                  <a:pt x="642478" y="74649"/>
                </a:lnTo>
                <a:lnTo>
                  <a:pt x="678629" y="52916"/>
                </a:lnTo>
                <a:lnTo>
                  <a:pt x="718490" y="34900"/>
                </a:lnTo>
                <a:lnTo>
                  <a:pt x="762057" y="20600"/>
                </a:lnTo>
                <a:lnTo>
                  <a:pt x="809327" y="10017"/>
                </a:lnTo>
                <a:lnTo>
                  <a:pt x="860295" y="3150"/>
                </a:lnTo>
                <a:lnTo>
                  <a:pt x="914959" y="0"/>
                </a:lnTo>
                <a:lnTo>
                  <a:pt x="914959" y="145726"/>
                </a:lnTo>
                <a:lnTo>
                  <a:pt x="854378" y="155875"/>
                </a:lnTo>
                <a:lnTo>
                  <a:pt x="806687" y="172500"/>
                </a:lnTo>
                <a:lnTo>
                  <a:pt x="770870" y="195803"/>
                </a:lnTo>
                <a:lnTo>
                  <a:pt x="745911" y="225983"/>
                </a:lnTo>
                <a:lnTo>
                  <a:pt x="730793" y="263241"/>
                </a:lnTo>
                <a:lnTo>
                  <a:pt x="724501" y="307777"/>
                </a:lnTo>
                <a:lnTo>
                  <a:pt x="726017" y="359792"/>
                </a:lnTo>
                <a:lnTo>
                  <a:pt x="862698" y="359792"/>
                </a:lnTo>
                <a:lnTo>
                  <a:pt x="862698" y="715565"/>
                </a:lnTo>
                <a:close/>
              </a:path>
            </a:pathLst>
          </a:custGeom>
          <a:solidFill>
            <a:srgbClr val="FFFFFF">
              <a:alpha val="1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523527" y="4266620"/>
            <a:ext cx="4495800" cy="3657600"/>
          </a:xfrm>
          <a:custGeom>
            <a:avLst/>
            <a:gdLst/>
            <a:ahLst/>
            <a:cxnLst/>
            <a:rect l="l" t="t" r="r" b="b"/>
            <a:pathLst>
              <a:path w="4495800" h="3657600">
                <a:moveTo>
                  <a:pt x="4495805" y="3232963"/>
                </a:moveTo>
                <a:lnTo>
                  <a:pt x="4486127" y="3301935"/>
                </a:lnTo>
                <a:lnTo>
                  <a:pt x="4471970" y="3350962"/>
                </a:lnTo>
                <a:lnTo>
                  <a:pt x="4452471" y="3398039"/>
                </a:lnTo>
                <a:lnTo>
                  <a:pt x="4427815" y="3442719"/>
                </a:lnTo>
                <a:lnTo>
                  <a:pt x="4398188" y="3484552"/>
                </a:lnTo>
                <a:lnTo>
                  <a:pt x="4363774" y="3523093"/>
                </a:lnTo>
                <a:lnTo>
                  <a:pt x="4325232" y="3557508"/>
                </a:lnTo>
                <a:lnTo>
                  <a:pt x="4283400" y="3587139"/>
                </a:lnTo>
                <a:lnTo>
                  <a:pt x="4238722" y="3611800"/>
                </a:lnTo>
                <a:lnTo>
                  <a:pt x="4191645" y="3631305"/>
                </a:lnTo>
                <a:lnTo>
                  <a:pt x="4142616" y="3645468"/>
                </a:lnTo>
                <a:lnTo>
                  <a:pt x="4092081" y="3654102"/>
                </a:lnTo>
                <a:lnTo>
                  <a:pt x="4040490" y="3657020"/>
                </a:lnTo>
                <a:lnTo>
                  <a:pt x="457238" y="3657020"/>
                </a:lnTo>
                <a:lnTo>
                  <a:pt x="405648" y="3654101"/>
                </a:lnTo>
                <a:lnTo>
                  <a:pt x="355116" y="3645466"/>
                </a:lnTo>
                <a:lnTo>
                  <a:pt x="306088" y="3631304"/>
                </a:lnTo>
                <a:lnTo>
                  <a:pt x="259012" y="3611800"/>
                </a:lnTo>
                <a:lnTo>
                  <a:pt x="214335" y="3587140"/>
                </a:lnTo>
                <a:lnTo>
                  <a:pt x="172502" y="3557510"/>
                </a:lnTo>
                <a:lnTo>
                  <a:pt x="133962" y="3523094"/>
                </a:lnTo>
                <a:lnTo>
                  <a:pt x="99547" y="3484553"/>
                </a:lnTo>
                <a:lnTo>
                  <a:pt x="69917" y="3442719"/>
                </a:lnTo>
                <a:lnTo>
                  <a:pt x="45260" y="3398040"/>
                </a:lnTo>
                <a:lnTo>
                  <a:pt x="25759" y="3350963"/>
                </a:lnTo>
                <a:lnTo>
                  <a:pt x="11600" y="3301936"/>
                </a:lnTo>
                <a:lnTo>
                  <a:pt x="2969" y="3251405"/>
                </a:lnTo>
                <a:lnTo>
                  <a:pt x="0" y="3199819"/>
                </a:lnTo>
                <a:lnTo>
                  <a:pt x="0" y="457184"/>
                </a:lnTo>
                <a:lnTo>
                  <a:pt x="2972" y="405600"/>
                </a:lnTo>
                <a:lnTo>
                  <a:pt x="11603" y="355069"/>
                </a:lnTo>
                <a:lnTo>
                  <a:pt x="25761" y="306041"/>
                </a:lnTo>
                <a:lnTo>
                  <a:pt x="45260" y="258962"/>
                </a:lnTo>
                <a:lnTo>
                  <a:pt x="69914" y="214281"/>
                </a:lnTo>
                <a:lnTo>
                  <a:pt x="99541" y="172445"/>
                </a:lnTo>
                <a:lnTo>
                  <a:pt x="133954" y="133902"/>
                </a:lnTo>
                <a:lnTo>
                  <a:pt x="172496" y="99487"/>
                </a:lnTo>
                <a:lnTo>
                  <a:pt x="214331" y="69858"/>
                </a:lnTo>
                <a:lnTo>
                  <a:pt x="259011" y="45202"/>
                </a:lnTo>
                <a:lnTo>
                  <a:pt x="306090" y="25703"/>
                </a:lnTo>
                <a:lnTo>
                  <a:pt x="355120" y="11547"/>
                </a:lnTo>
                <a:lnTo>
                  <a:pt x="405652" y="2917"/>
                </a:lnTo>
                <a:lnTo>
                  <a:pt x="457239" y="0"/>
                </a:lnTo>
                <a:lnTo>
                  <a:pt x="4040490" y="0"/>
                </a:lnTo>
                <a:lnTo>
                  <a:pt x="4092080" y="2916"/>
                </a:lnTo>
                <a:lnTo>
                  <a:pt x="4142614" y="11545"/>
                </a:lnTo>
                <a:lnTo>
                  <a:pt x="4191644" y="25702"/>
                </a:lnTo>
                <a:lnTo>
                  <a:pt x="4238723" y="45202"/>
                </a:lnTo>
                <a:lnTo>
                  <a:pt x="4283404" y="69859"/>
                </a:lnTo>
                <a:lnTo>
                  <a:pt x="4325239" y="99488"/>
                </a:lnTo>
                <a:lnTo>
                  <a:pt x="4363781" y="133904"/>
                </a:lnTo>
                <a:lnTo>
                  <a:pt x="4398193" y="172446"/>
                </a:lnTo>
                <a:lnTo>
                  <a:pt x="4427818" y="214282"/>
                </a:lnTo>
                <a:lnTo>
                  <a:pt x="4452472" y="258963"/>
                </a:lnTo>
                <a:lnTo>
                  <a:pt x="4471969" y="306041"/>
                </a:lnTo>
                <a:lnTo>
                  <a:pt x="4486125" y="355069"/>
                </a:lnTo>
                <a:lnTo>
                  <a:pt x="4494756" y="405600"/>
                </a:lnTo>
                <a:lnTo>
                  <a:pt x="4495802" y="424056"/>
                </a:lnTo>
              </a:path>
            </a:pathLst>
          </a:custGeom>
          <a:ln w="2095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5561175" y="894841"/>
            <a:ext cx="107886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229">
                <a:solidFill>
                  <a:srgbClr val="FFFFFF"/>
                </a:solidFill>
                <a:latin typeface="Arial Narrow"/>
                <a:cs typeface="Arial Narrow"/>
              </a:rPr>
              <a:t>next</a:t>
            </a:r>
            <a:r>
              <a:rPr dirty="0" sz="19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900" spc="125">
                <a:solidFill>
                  <a:srgbClr val="FFFFFF"/>
                </a:solidFill>
                <a:latin typeface="Arial Narrow"/>
                <a:cs typeface="Arial Narrow"/>
              </a:rPr>
              <a:t>slide</a:t>
            </a:r>
            <a:endParaRPr sz="19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759718" y="1004703"/>
            <a:ext cx="9338945" cy="9093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900" spc="420"/>
              <a:t>LOADING</a:t>
            </a:r>
            <a:r>
              <a:rPr dirty="0" sz="4900" spc="215"/>
              <a:t> </a:t>
            </a:r>
            <a:r>
              <a:rPr dirty="0" sz="4900" spc="280"/>
              <a:t>LIBRARIES</a:t>
            </a:r>
            <a:r>
              <a:rPr dirty="0" sz="4900" spc="220"/>
              <a:t> </a:t>
            </a:r>
            <a:r>
              <a:rPr dirty="0" sz="4900" spc="520"/>
              <a:t>AND</a:t>
            </a:r>
            <a:r>
              <a:rPr dirty="0" sz="4900" spc="-610"/>
              <a:t> </a:t>
            </a:r>
            <a:r>
              <a:rPr dirty="0" baseline="-1915" sz="8700" spc="-97" b="1">
                <a:latin typeface="Arial"/>
                <a:cs typeface="Arial"/>
              </a:rPr>
              <a:t>D</a:t>
            </a:r>
            <a:r>
              <a:rPr dirty="0" baseline="-1915" sz="8700" spc="-450" b="1">
                <a:latin typeface="Arial"/>
                <a:cs typeface="Arial"/>
              </a:rPr>
              <a:t>A</a:t>
            </a:r>
            <a:r>
              <a:rPr dirty="0" baseline="-1915" sz="8700" spc="-442" b="1">
                <a:latin typeface="Arial"/>
                <a:cs typeface="Arial"/>
              </a:rPr>
              <a:t>T</a:t>
            </a:r>
            <a:r>
              <a:rPr dirty="0" baseline="-1915" sz="8700" spc="330" b="1">
                <a:latin typeface="Arial"/>
                <a:cs typeface="Arial"/>
              </a:rPr>
              <a:t>A</a:t>
            </a:r>
            <a:endParaRPr baseline="-1915" sz="87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055688" y="4937072"/>
            <a:ext cx="12680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pandas</a:t>
            </a:r>
            <a:r>
              <a:rPr dirty="0" sz="2400" spc="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14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2268410" y="5750381"/>
            <a:ext cx="57150" cy="1238250"/>
          </a:xfrm>
          <a:custGeom>
            <a:avLst/>
            <a:gdLst/>
            <a:ahLst/>
            <a:cxnLst/>
            <a:rect l="l" t="t" r="r" b="b"/>
            <a:pathLst>
              <a:path w="57150" h="1238250">
                <a:moveTo>
                  <a:pt x="57150" y="1205877"/>
                </a:moveTo>
                <a:lnTo>
                  <a:pt x="32359" y="1181100"/>
                </a:lnTo>
                <a:lnTo>
                  <a:pt x="24777" y="1181100"/>
                </a:lnTo>
                <a:lnTo>
                  <a:pt x="0" y="1205877"/>
                </a:lnTo>
                <a:lnTo>
                  <a:pt x="0" y="1213459"/>
                </a:lnTo>
                <a:lnTo>
                  <a:pt x="24777" y="1238250"/>
                </a:lnTo>
                <a:lnTo>
                  <a:pt x="32359" y="1238250"/>
                </a:lnTo>
                <a:lnTo>
                  <a:pt x="57150" y="1213459"/>
                </a:lnTo>
                <a:lnTo>
                  <a:pt x="57150" y="1209675"/>
                </a:lnTo>
                <a:lnTo>
                  <a:pt x="57150" y="1205877"/>
                </a:lnTo>
                <a:close/>
              </a:path>
              <a:path w="57150" h="1238250">
                <a:moveTo>
                  <a:pt x="57150" y="615327"/>
                </a:moveTo>
                <a:lnTo>
                  <a:pt x="32359" y="590550"/>
                </a:lnTo>
                <a:lnTo>
                  <a:pt x="24777" y="590550"/>
                </a:lnTo>
                <a:lnTo>
                  <a:pt x="0" y="615327"/>
                </a:lnTo>
                <a:lnTo>
                  <a:pt x="0" y="622909"/>
                </a:lnTo>
                <a:lnTo>
                  <a:pt x="24777" y="647700"/>
                </a:lnTo>
                <a:lnTo>
                  <a:pt x="32359" y="647700"/>
                </a:lnTo>
                <a:lnTo>
                  <a:pt x="57150" y="622909"/>
                </a:lnTo>
                <a:lnTo>
                  <a:pt x="57150" y="619125"/>
                </a:lnTo>
                <a:lnTo>
                  <a:pt x="57150" y="615327"/>
                </a:lnTo>
                <a:close/>
              </a:path>
              <a:path w="57150" h="1238250">
                <a:moveTo>
                  <a:pt x="57150" y="24777"/>
                </a:moveTo>
                <a:lnTo>
                  <a:pt x="32359" y="0"/>
                </a:lnTo>
                <a:lnTo>
                  <a:pt x="24777" y="0"/>
                </a:lnTo>
                <a:lnTo>
                  <a:pt x="0" y="24777"/>
                </a:lnTo>
                <a:lnTo>
                  <a:pt x="0" y="32359"/>
                </a:lnTo>
                <a:lnTo>
                  <a:pt x="24777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2423144" y="5561821"/>
            <a:ext cx="3888740" cy="1797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dirty="0" sz="1700" spc="160">
                <a:solidFill>
                  <a:srgbClr val="FFFFFF"/>
                </a:solidFill>
                <a:latin typeface="Arial Narrow"/>
                <a:cs typeface="Arial Narrow"/>
              </a:rPr>
              <a:t>Loads</a:t>
            </a:r>
            <a:r>
              <a:rPr dirty="0" sz="1700" spc="43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15">
                <a:solidFill>
                  <a:srgbClr val="FFFFFF"/>
                </a:solidFill>
                <a:latin typeface="Arial Narrow"/>
                <a:cs typeface="Arial Narrow"/>
              </a:rPr>
              <a:t>and</a:t>
            </a:r>
            <a:r>
              <a:rPr dirty="0" sz="1700" spc="434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55">
                <a:solidFill>
                  <a:srgbClr val="FFFFFF"/>
                </a:solidFill>
                <a:latin typeface="Arial Narrow"/>
                <a:cs typeface="Arial Narrow"/>
              </a:rPr>
              <a:t>handles</a:t>
            </a:r>
            <a:r>
              <a:rPr dirty="0" sz="1700" spc="434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40">
                <a:solidFill>
                  <a:srgbClr val="FFFFFF"/>
                </a:solidFill>
                <a:latin typeface="Arial Narrow"/>
                <a:cs typeface="Arial Narrow"/>
              </a:rPr>
              <a:t>the</a:t>
            </a:r>
            <a:r>
              <a:rPr dirty="0" sz="1700" spc="434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29">
                <a:solidFill>
                  <a:srgbClr val="FFFFFF"/>
                </a:solidFill>
                <a:latin typeface="Arial Narrow"/>
                <a:cs typeface="Arial Narrow"/>
              </a:rPr>
              <a:t>dataset</a:t>
            </a:r>
            <a:r>
              <a:rPr dirty="0" sz="1700" spc="434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80">
                <a:solidFill>
                  <a:srgbClr val="FFFFFF"/>
                </a:solidFill>
                <a:latin typeface="Arial Narrow"/>
                <a:cs typeface="Arial Narrow"/>
              </a:rPr>
              <a:t>(CSV 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file)</a:t>
            </a:r>
            <a:r>
              <a:rPr dirty="0" sz="1700" spc="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easily.</a:t>
            </a:r>
            <a:endParaRPr sz="1700">
              <a:latin typeface="Arial Narrow"/>
              <a:cs typeface="Arial Narrow"/>
            </a:endParaRPr>
          </a:p>
          <a:p>
            <a:pPr marL="12700" marR="5080">
              <a:lnSpc>
                <a:spcPct val="113999"/>
              </a:lnSpc>
              <a:tabLst>
                <a:tab pos="1008380" algn="l"/>
                <a:tab pos="1554480" algn="l"/>
                <a:tab pos="2547620" algn="l"/>
                <a:tab pos="2933065" algn="l"/>
                <a:tab pos="3446145" algn="l"/>
              </a:tabLst>
            </a:pPr>
            <a:r>
              <a:rPr dirty="0" sz="1700" spc="140">
                <a:solidFill>
                  <a:srgbClr val="FFFFFF"/>
                </a:solidFill>
                <a:latin typeface="Arial Narrow"/>
                <a:cs typeface="Arial Narrow"/>
              </a:rPr>
              <a:t>Helps</a:t>
            </a:r>
            <a:r>
              <a:rPr dirty="0" sz="1700" spc="434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20">
                <a:solidFill>
                  <a:srgbClr val="FFFFFF"/>
                </a:solidFill>
                <a:latin typeface="Arial Narrow"/>
                <a:cs typeface="Arial Narrow"/>
              </a:rPr>
              <a:t>view,</a:t>
            </a:r>
            <a:r>
              <a:rPr dirty="0" sz="1700" spc="434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35">
                <a:solidFill>
                  <a:srgbClr val="FFFFFF"/>
                </a:solidFill>
                <a:latin typeface="Arial Narrow"/>
                <a:cs typeface="Arial Narrow"/>
              </a:rPr>
              <a:t>clean,</a:t>
            </a:r>
            <a:r>
              <a:rPr dirty="0" sz="1700" spc="44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15">
                <a:solidFill>
                  <a:srgbClr val="FFFFFF"/>
                </a:solidFill>
                <a:latin typeface="Arial Narrow"/>
                <a:cs typeface="Arial Narrow"/>
              </a:rPr>
              <a:t>and</a:t>
            </a:r>
            <a:r>
              <a:rPr dirty="0" sz="1700" spc="434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85">
                <a:solidFill>
                  <a:srgbClr val="FFFFFF"/>
                </a:solidFill>
                <a:latin typeface="Arial Narrow"/>
                <a:cs typeface="Arial Narrow"/>
              </a:rPr>
              <a:t>organize</a:t>
            </a:r>
            <a:r>
              <a:rPr dirty="0" sz="1700" spc="44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35">
                <a:solidFill>
                  <a:srgbClr val="FFFFFF"/>
                </a:solidFill>
                <a:latin typeface="Arial Narrow"/>
                <a:cs typeface="Arial Narrow"/>
              </a:rPr>
              <a:t>data </a:t>
            </a:r>
            <a:r>
              <a:rPr dirty="0" sz="1700">
                <a:solidFill>
                  <a:srgbClr val="FFFFFF"/>
                </a:solidFill>
                <a:latin typeface="Arial Narrow"/>
                <a:cs typeface="Arial Narrow"/>
              </a:rPr>
              <a:t>(like</a:t>
            </a:r>
            <a:r>
              <a:rPr dirty="0" sz="1700" spc="11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70">
                <a:solidFill>
                  <a:srgbClr val="FFFFFF"/>
                </a:solidFill>
                <a:latin typeface="Arial Narrow"/>
                <a:cs typeface="Arial Narrow"/>
              </a:rPr>
              <a:t>checking</a:t>
            </a:r>
            <a:r>
              <a:rPr dirty="0" sz="1700" spc="11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54">
                <a:solidFill>
                  <a:srgbClr val="FFFFFF"/>
                </a:solidFill>
                <a:latin typeface="Arial Narrow"/>
                <a:cs typeface="Arial Narrow"/>
              </a:rPr>
              <a:t>text</a:t>
            </a:r>
            <a:r>
              <a:rPr dirty="0" sz="1700" spc="114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15">
                <a:solidFill>
                  <a:srgbClr val="FFFFFF"/>
                </a:solidFill>
                <a:latin typeface="Arial Narrow"/>
                <a:cs typeface="Arial Narrow"/>
              </a:rPr>
              <a:t>and</a:t>
            </a:r>
            <a:r>
              <a:rPr dirty="0" sz="1700" spc="11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10">
                <a:solidFill>
                  <a:srgbClr val="FFFFFF"/>
                </a:solidFill>
                <a:latin typeface="Arial Narrow"/>
                <a:cs typeface="Arial Narrow"/>
              </a:rPr>
              <a:t>emotion</a:t>
            </a:r>
            <a:r>
              <a:rPr dirty="0" sz="1700" spc="11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60">
                <a:solidFill>
                  <a:srgbClr val="FFFFFF"/>
                </a:solidFill>
                <a:latin typeface="Arial Narrow"/>
                <a:cs typeface="Arial Narrow"/>
              </a:rPr>
              <a:t>labels). </a:t>
            </a:r>
            <a:r>
              <a:rPr dirty="0" sz="1700" spc="150">
                <a:solidFill>
                  <a:srgbClr val="FFFFFF"/>
                </a:solidFill>
                <a:latin typeface="Arial Narrow"/>
                <a:cs typeface="Arial Narrow"/>
              </a:rPr>
              <a:t>Example</a:t>
            </a:r>
            <a:r>
              <a:rPr dirty="0" sz="17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1700" spc="75">
                <a:solidFill>
                  <a:srgbClr val="FFFFFF"/>
                </a:solidFill>
                <a:latin typeface="Arial Narrow"/>
                <a:cs typeface="Arial Narrow"/>
              </a:rPr>
              <a:t>use:</a:t>
            </a:r>
            <a:r>
              <a:rPr dirty="0" sz="17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1700" spc="95">
                <a:solidFill>
                  <a:srgbClr val="FFFFFF"/>
                </a:solidFill>
                <a:latin typeface="Arial Narrow"/>
                <a:cs typeface="Arial Narrow"/>
              </a:rPr>
              <a:t>df.head()</a:t>
            </a:r>
            <a:r>
              <a:rPr dirty="0" sz="17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1700" spc="280">
                <a:solidFill>
                  <a:srgbClr val="FFFFFF"/>
                </a:solidFill>
                <a:latin typeface="Arial Narrow"/>
                <a:cs typeface="Arial Narrow"/>
              </a:rPr>
              <a:t>to</a:t>
            </a:r>
            <a:r>
              <a:rPr dirty="0" sz="17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1700" spc="150">
                <a:solidFill>
                  <a:srgbClr val="FFFFFF"/>
                </a:solidFill>
                <a:latin typeface="Arial Narrow"/>
                <a:cs typeface="Arial Narrow"/>
              </a:rPr>
              <a:t>see</a:t>
            </a:r>
            <a:r>
              <a:rPr dirty="0" sz="17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1700" spc="200">
                <a:solidFill>
                  <a:srgbClr val="FFFFFF"/>
                </a:solidFill>
                <a:latin typeface="Arial Narrow"/>
                <a:cs typeface="Arial Narrow"/>
              </a:rPr>
              <a:t>first </a:t>
            </a:r>
            <a:r>
              <a:rPr dirty="0" sz="1700" spc="185">
                <a:solidFill>
                  <a:srgbClr val="FFFFFF"/>
                </a:solidFill>
                <a:latin typeface="Arial Narrow"/>
                <a:cs typeface="Arial Narrow"/>
              </a:rPr>
              <a:t>rows,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50">
                <a:solidFill>
                  <a:srgbClr val="FFFFFF"/>
                </a:solidFill>
                <a:latin typeface="Arial Narrow"/>
                <a:cs typeface="Arial Narrow"/>
              </a:rPr>
              <a:t>df['text']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305">
                <a:solidFill>
                  <a:srgbClr val="FFFFFF"/>
                </a:solidFill>
                <a:latin typeface="Arial Narrow"/>
                <a:cs typeface="Arial Narrow"/>
              </a:rPr>
              <a:t>to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90">
                <a:solidFill>
                  <a:srgbClr val="FFFFFF"/>
                </a:solidFill>
                <a:latin typeface="Arial Narrow"/>
                <a:cs typeface="Arial Narrow"/>
              </a:rPr>
              <a:t>access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65">
                <a:solidFill>
                  <a:srgbClr val="FFFFFF"/>
                </a:solidFill>
                <a:latin typeface="Arial Narrow"/>
                <a:cs typeface="Arial Narrow"/>
              </a:rPr>
              <a:t>all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54">
                <a:solidFill>
                  <a:srgbClr val="FFFFFF"/>
                </a:solidFill>
                <a:latin typeface="Arial Narrow"/>
                <a:cs typeface="Arial Narrow"/>
              </a:rPr>
              <a:t>text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70">
                <a:solidFill>
                  <a:srgbClr val="FFFFFF"/>
                </a:solidFill>
                <a:latin typeface="Arial Narrow"/>
                <a:cs typeface="Arial Narrow"/>
              </a:rPr>
              <a:t>data.</a:t>
            </a:r>
            <a:endParaRPr sz="1700">
              <a:latin typeface="Arial Narrow"/>
              <a:cs typeface="Arial Narrow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698422" y="4161845"/>
            <a:ext cx="4705350" cy="3867150"/>
            <a:chOff x="6698422" y="4161845"/>
            <a:chExt cx="4705350" cy="3867150"/>
          </a:xfrm>
        </p:grpSpPr>
        <p:sp>
          <p:nvSpPr>
            <p:cNvPr id="13" name="object 13" descr=""/>
            <p:cNvSpPr/>
            <p:nvPr/>
          </p:nvSpPr>
          <p:spPr>
            <a:xfrm>
              <a:off x="6803197" y="4266620"/>
              <a:ext cx="4495800" cy="3657600"/>
            </a:xfrm>
            <a:custGeom>
              <a:avLst/>
              <a:gdLst/>
              <a:ahLst/>
              <a:cxnLst/>
              <a:rect l="l" t="t" r="r" b="b"/>
              <a:pathLst>
                <a:path w="4495800" h="3657600">
                  <a:moveTo>
                    <a:pt x="4495800" y="3232693"/>
                  </a:moveTo>
                  <a:lnTo>
                    <a:pt x="4486111" y="3301936"/>
                  </a:lnTo>
                  <a:lnTo>
                    <a:pt x="4471954" y="3350964"/>
                  </a:lnTo>
                  <a:lnTo>
                    <a:pt x="4452455" y="3398042"/>
                  </a:lnTo>
                  <a:lnTo>
                    <a:pt x="4427798" y="3442721"/>
                  </a:lnTo>
                  <a:lnTo>
                    <a:pt x="4398170" y="3484555"/>
                  </a:lnTo>
                  <a:lnTo>
                    <a:pt x="4363755" y="3523096"/>
                  </a:lnTo>
                  <a:lnTo>
                    <a:pt x="4325213" y="3557511"/>
                  </a:lnTo>
                  <a:lnTo>
                    <a:pt x="4283380" y="3587142"/>
                  </a:lnTo>
                  <a:lnTo>
                    <a:pt x="4238702" y="3611802"/>
                  </a:lnTo>
                  <a:lnTo>
                    <a:pt x="4191624" y="3631307"/>
                  </a:lnTo>
                  <a:lnTo>
                    <a:pt x="4142595" y="3645469"/>
                  </a:lnTo>
                  <a:lnTo>
                    <a:pt x="4092060" y="3654102"/>
                  </a:lnTo>
                  <a:lnTo>
                    <a:pt x="4040469" y="3657020"/>
                  </a:lnTo>
                  <a:lnTo>
                    <a:pt x="457217" y="3657020"/>
                  </a:lnTo>
                  <a:lnTo>
                    <a:pt x="405628" y="3654098"/>
                  </a:lnTo>
                  <a:lnTo>
                    <a:pt x="355096" y="3645462"/>
                  </a:lnTo>
                  <a:lnTo>
                    <a:pt x="306070" y="3631297"/>
                  </a:lnTo>
                  <a:lnTo>
                    <a:pt x="258996" y="3611791"/>
                  </a:lnTo>
                  <a:lnTo>
                    <a:pt x="214321" y="3587129"/>
                  </a:lnTo>
                  <a:lnTo>
                    <a:pt x="172491" y="3557499"/>
                  </a:lnTo>
                  <a:lnTo>
                    <a:pt x="133952" y="3523084"/>
                  </a:lnTo>
                  <a:lnTo>
                    <a:pt x="99539" y="3484544"/>
                  </a:lnTo>
                  <a:lnTo>
                    <a:pt x="69909" y="3442712"/>
                  </a:lnTo>
                  <a:lnTo>
                    <a:pt x="45250" y="3398036"/>
                  </a:lnTo>
                  <a:lnTo>
                    <a:pt x="25745" y="3350961"/>
                  </a:lnTo>
                  <a:lnTo>
                    <a:pt x="11583" y="3301935"/>
                  </a:lnTo>
                  <a:lnTo>
                    <a:pt x="2949" y="3251405"/>
                  </a:lnTo>
                  <a:lnTo>
                    <a:pt x="0" y="3199819"/>
                  </a:lnTo>
                  <a:lnTo>
                    <a:pt x="0" y="457186"/>
                  </a:lnTo>
                  <a:lnTo>
                    <a:pt x="2951" y="405600"/>
                  </a:lnTo>
                  <a:lnTo>
                    <a:pt x="11586" y="355070"/>
                  </a:lnTo>
                  <a:lnTo>
                    <a:pt x="25747" y="306043"/>
                  </a:lnTo>
                  <a:lnTo>
                    <a:pt x="45248" y="258968"/>
                  </a:lnTo>
                  <a:lnTo>
                    <a:pt x="69905" y="214289"/>
                  </a:lnTo>
                  <a:lnTo>
                    <a:pt x="99531" y="172455"/>
                  </a:lnTo>
                  <a:lnTo>
                    <a:pt x="133943" y="133913"/>
                  </a:lnTo>
                  <a:lnTo>
                    <a:pt x="172482" y="99497"/>
                  </a:lnTo>
                  <a:lnTo>
                    <a:pt x="214314" y="69868"/>
                  </a:lnTo>
                  <a:lnTo>
                    <a:pt x="258993" y="45209"/>
                  </a:lnTo>
                  <a:lnTo>
                    <a:pt x="306071" y="25708"/>
                  </a:lnTo>
                  <a:lnTo>
                    <a:pt x="355099" y="11549"/>
                  </a:lnTo>
                  <a:lnTo>
                    <a:pt x="405630" y="2918"/>
                  </a:lnTo>
                  <a:lnTo>
                    <a:pt x="457218" y="0"/>
                  </a:lnTo>
                  <a:lnTo>
                    <a:pt x="4040469" y="0"/>
                  </a:lnTo>
                  <a:lnTo>
                    <a:pt x="4092059" y="2915"/>
                  </a:lnTo>
                  <a:lnTo>
                    <a:pt x="4142594" y="11544"/>
                  </a:lnTo>
                  <a:lnTo>
                    <a:pt x="4191624" y="25700"/>
                  </a:lnTo>
                  <a:lnTo>
                    <a:pt x="4238704" y="45200"/>
                  </a:lnTo>
                  <a:lnTo>
                    <a:pt x="4283385" y="69856"/>
                  </a:lnTo>
                  <a:lnTo>
                    <a:pt x="4325220" y="99485"/>
                  </a:lnTo>
                  <a:lnTo>
                    <a:pt x="4363763" y="133901"/>
                  </a:lnTo>
                  <a:lnTo>
                    <a:pt x="4398176" y="172443"/>
                  </a:lnTo>
                  <a:lnTo>
                    <a:pt x="4427802" y="214279"/>
                  </a:lnTo>
                  <a:lnTo>
                    <a:pt x="4452456" y="258960"/>
                  </a:lnTo>
                  <a:lnTo>
                    <a:pt x="4471953" y="306039"/>
                  </a:lnTo>
                  <a:lnTo>
                    <a:pt x="4486110" y="355068"/>
                  </a:lnTo>
                  <a:lnTo>
                    <a:pt x="4494740" y="405600"/>
                  </a:lnTo>
                  <a:lnTo>
                    <a:pt x="4495800" y="424325"/>
                  </a:lnTo>
                </a:path>
              </a:pathLst>
            </a:custGeom>
            <a:ln w="2095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719532" y="5749091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32364" y="57150"/>
                  </a:moveTo>
                  <a:lnTo>
                    <a:pt x="24785" y="57150"/>
                  </a:lnTo>
                  <a:lnTo>
                    <a:pt x="21140" y="56425"/>
                  </a:lnTo>
                  <a:lnTo>
                    <a:pt x="0" y="3236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32364" y="0"/>
                  </a:lnTo>
                  <a:lnTo>
                    <a:pt x="57150" y="24785"/>
                  </a:lnTo>
                  <a:lnTo>
                    <a:pt x="57150" y="28575"/>
                  </a:lnTo>
                  <a:lnTo>
                    <a:pt x="57150" y="32364"/>
                  </a:lnTo>
                  <a:lnTo>
                    <a:pt x="36009" y="56425"/>
                  </a:lnTo>
                  <a:lnTo>
                    <a:pt x="32364" y="57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0680648" y="5583706"/>
            <a:ext cx="10636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75">
                <a:solidFill>
                  <a:srgbClr val="FFFFFF"/>
                </a:solidFill>
                <a:latin typeface="Arial Narrow"/>
                <a:cs typeface="Arial Narrow"/>
              </a:rPr>
              <a:t>numerical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335357" y="4937072"/>
            <a:ext cx="3073400" cy="1261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numpy</a:t>
            </a:r>
            <a:r>
              <a:rPr dirty="0" sz="2400" spc="-1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553720" marR="5080">
              <a:lnSpc>
                <a:spcPct val="114599"/>
              </a:lnSpc>
              <a:spcBef>
                <a:spcPts val="1895"/>
              </a:spcBef>
              <a:tabLst>
                <a:tab pos="1430020" algn="l"/>
                <a:tab pos="2625090" algn="l"/>
              </a:tabLst>
            </a:pPr>
            <a:r>
              <a:rPr dirty="0" sz="1800" spc="135">
                <a:solidFill>
                  <a:srgbClr val="FFFFFF"/>
                </a:solidFill>
                <a:latin typeface="Arial Narrow"/>
                <a:cs typeface="Arial Narrow"/>
              </a:rPr>
              <a:t>Helps</a:t>
            </a:r>
            <a:r>
              <a:rPr dirty="0" sz="18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1800" spc="265">
                <a:solidFill>
                  <a:srgbClr val="FFFFFF"/>
                </a:solidFill>
                <a:latin typeface="Arial Narrow"/>
                <a:cs typeface="Arial Narrow"/>
              </a:rPr>
              <a:t>perform</a:t>
            </a:r>
            <a:r>
              <a:rPr dirty="0" sz="18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1800" spc="229">
                <a:solidFill>
                  <a:srgbClr val="FFFFFF"/>
                </a:solidFill>
                <a:latin typeface="Arial Narrow"/>
                <a:cs typeface="Arial Narrow"/>
              </a:rPr>
              <a:t>fast </a:t>
            </a:r>
            <a:r>
              <a:rPr dirty="0" sz="1800" spc="204">
                <a:solidFill>
                  <a:srgbClr val="FFFFFF"/>
                </a:solidFill>
                <a:latin typeface="Arial Narrow"/>
                <a:cs typeface="Arial Narrow"/>
              </a:rPr>
              <a:t>operations</a:t>
            </a:r>
            <a:r>
              <a:rPr dirty="0" sz="1800" spc="10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200">
                <a:solidFill>
                  <a:srgbClr val="FFFFFF"/>
                </a:solidFill>
                <a:latin typeface="Arial Narrow"/>
                <a:cs typeface="Arial Narrow"/>
              </a:rPr>
              <a:t>on</a:t>
            </a:r>
            <a:r>
              <a:rPr dirty="0" sz="1800" spc="10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185">
                <a:solidFill>
                  <a:srgbClr val="FFFFFF"/>
                </a:solidFill>
                <a:latin typeface="Arial Narrow"/>
                <a:cs typeface="Arial Narrow"/>
              </a:rPr>
              <a:t>data.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7719530" y="6377749"/>
            <a:ext cx="57150" cy="685800"/>
          </a:xfrm>
          <a:custGeom>
            <a:avLst/>
            <a:gdLst/>
            <a:ahLst/>
            <a:cxnLst/>
            <a:rect l="l" t="t" r="r" b="b"/>
            <a:pathLst>
              <a:path w="57150" h="685800">
                <a:moveTo>
                  <a:pt x="57150" y="653427"/>
                </a:moveTo>
                <a:lnTo>
                  <a:pt x="32359" y="628650"/>
                </a:lnTo>
                <a:lnTo>
                  <a:pt x="24777" y="628650"/>
                </a:lnTo>
                <a:lnTo>
                  <a:pt x="0" y="653427"/>
                </a:lnTo>
                <a:lnTo>
                  <a:pt x="0" y="661009"/>
                </a:lnTo>
                <a:lnTo>
                  <a:pt x="24777" y="685800"/>
                </a:lnTo>
                <a:lnTo>
                  <a:pt x="32359" y="685800"/>
                </a:lnTo>
                <a:lnTo>
                  <a:pt x="57150" y="661009"/>
                </a:lnTo>
                <a:lnTo>
                  <a:pt x="57150" y="657225"/>
                </a:lnTo>
                <a:lnTo>
                  <a:pt x="57150" y="653427"/>
                </a:lnTo>
                <a:close/>
              </a:path>
              <a:path w="57150" h="685800">
                <a:moveTo>
                  <a:pt x="57150" y="24790"/>
                </a:moveTo>
                <a:lnTo>
                  <a:pt x="32359" y="0"/>
                </a:lnTo>
                <a:lnTo>
                  <a:pt x="24777" y="0"/>
                </a:lnTo>
                <a:lnTo>
                  <a:pt x="0" y="24790"/>
                </a:lnTo>
                <a:lnTo>
                  <a:pt x="0" y="32359"/>
                </a:lnTo>
                <a:lnTo>
                  <a:pt x="24777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7876793" y="6172693"/>
            <a:ext cx="3867150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  <a:tabLst>
                <a:tab pos="1238250" algn="l"/>
                <a:tab pos="1967230" algn="l"/>
                <a:tab pos="2597785" algn="l"/>
                <a:tab pos="3528060" algn="l"/>
              </a:tabLst>
            </a:pPr>
            <a:r>
              <a:rPr dirty="0" sz="1800" spc="225">
                <a:solidFill>
                  <a:srgbClr val="FFFFFF"/>
                </a:solidFill>
                <a:latin typeface="Arial Narrow"/>
                <a:cs typeface="Arial Narrow"/>
              </a:rPr>
              <a:t>Converts</a:t>
            </a:r>
            <a:r>
              <a:rPr dirty="0" sz="18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1800" spc="245">
                <a:solidFill>
                  <a:srgbClr val="FFFFFF"/>
                </a:solidFill>
                <a:latin typeface="Arial Narrow"/>
                <a:cs typeface="Arial Narrow"/>
              </a:rPr>
              <a:t>data</a:t>
            </a:r>
            <a:r>
              <a:rPr dirty="0" sz="18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1800" spc="175">
                <a:solidFill>
                  <a:srgbClr val="FFFFFF"/>
                </a:solidFill>
                <a:latin typeface="Arial Narrow"/>
                <a:cs typeface="Arial Narrow"/>
              </a:rPr>
              <a:t>into</a:t>
            </a:r>
            <a:r>
              <a:rPr dirty="0" sz="18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1800" spc="225">
                <a:solidFill>
                  <a:srgbClr val="FFFFFF"/>
                </a:solidFill>
                <a:latin typeface="Arial Narrow"/>
                <a:cs typeface="Arial Narrow"/>
              </a:rPr>
              <a:t>arrays</a:t>
            </a:r>
            <a:r>
              <a:rPr dirty="0" sz="18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1800" spc="250">
                <a:solidFill>
                  <a:srgbClr val="FFFFFF"/>
                </a:solidFill>
                <a:latin typeface="Arial Narrow"/>
                <a:cs typeface="Arial Narrow"/>
              </a:rPr>
              <a:t>for </a:t>
            </a:r>
            <a:r>
              <a:rPr dirty="0" sz="1800" spc="185">
                <a:solidFill>
                  <a:srgbClr val="FFFFFF"/>
                </a:solidFill>
                <a:latin typeface="Arial Narrow"/>
                <a:cs typeface="Arial Narrow"/>
              </a:rPr>
              <a:t>machine</a:t>
            </a:r>
            <a:r>
              <a:rPr dirty="0" sz="18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165">
                <a:solidFill>
                  <a:srgbClr val="FFFFFF"/>
                </a:solidFill>
                <a:latin typeface="Arial Narrow"/>
                <a:cs typeface="Arial Narrow"/>
              </a:rPr>
              <a:t>learning</a:t>
            </a:r>
            <a:r>
              <a:rPr dirty="0" sz="18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275">
                <a:solidFill>
                  <a:srgbClr val="FFFFFF"/>
                </a:solidFill>
                <a:latin typeface="Arial Narrow"/>
                <a:cs typeface="Arial Narrow"/>
              </a:rPr>
              <a:t>or</a:t>
            </a:r>
            <a:r>
              <a:rPr dirty="0" sz="18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135">
                <a:solidFill>
                  <a:srgbClr val="FFFFFF"/>
                </a:solidFill>
                <a:latin typeface="Arial Narrow"/>
                <a:cs typeface="Arial Narrow"/>
              </a:rPr>
              <a:t>calculations.</a:t>
            </a:r>
            <a:endParaRPr sz="1800">
              <a:latin typeface="Arial Narrow"/>
              <a:cs typeface="Arial Narrow"/>
            </a:endParaRPr>
          </a:p>
          <a:p>
            <a:pPr marL="12700" marR="5080">
              <a:lnSpc>
                <a:spcPct val="114599"/>
              </a:lnSpc>
            </a:pPr>
            <a:r>
              <a:rPr dirty="0" sz="1800" spc="165">
                <a:solidFill>
                  <a:srgbClr val="FFFFFF"/>
                </a:solidFill>
                <a:latin typeface="Arial Narrow"/>
                <a:cs typeface="Arial Narrow"/>
              </a:rPr>
              <a:t>Example</a:t>
            </a:r>
            <a:r>
              <a:rPr dirty="0" sz="1800" spc="21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100">
                <a:solidFill>
                  <a:srgbClr val="FFFFFF"/>
                </a:solidFill>
                <a:latin typeface="Arial Narrow"/>
                <a:cs typeface="Arial Narrow"/>
              </a:rPr>
              <a:t>use:</a:t>
            </a:r>
            <a:r>
              <a:rPr dirty="0" sz="1800" spc="22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210">
                <a:solidFill>
                  <a:srgbClr val="FFFFFF"/>
                </a:solidFill>
                <a:latin typeface="Arial Narrow"/>
                <a:cs typeface="Arial Narrow"/>
              </a:rPr>
              <a:t>storing</a:t>
            </a:r>
            <a:r>
              <a:rPr dirty="0" sz="1800" spc="220">
                <a:solidFill>
                  <a:srgbClr val="FFFFFF"/>
                </a:solidFill>
                <a:latin typeface="Arial Narrow"/>
                <a:cs typeface="Arial Narrow"/>
              </a:rPr>
              <a:t> emotion</a:t>
            </a:r>
            <a:r>
              <a:rPr dirty="0" sz="1800" spc="21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125">
                <a:solidFill>
                  <a:srgbClr val="FFFFFF"/>
                </a:solidFill>
                <a:latin typeface="Arial Narrow"/>
                <a:cs typeface="Arial Narrow"/>
              </a:rPr>
              <a:t>labels </a:t>
            </a:r>
            <a:r>
              <a:rPr dirty="0" sz="1800" spc="170">
                <a:solidFill>
                  <a:srgbClr val="FFFFFF"/>
                </a:solidFill>
                <a:latin typeface="Arial Narrow"/>
                <a:cs typeface="Arial Narrow"/>
              </a:rPr>
              <a:t>as</a:t>
            </a:r>
            <a:r>
              <a:rPr dirty="0" sz="1800" spc="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235">
                <a:solidFill>
                  <a:srgbClr val="FFFFFF"/>
                </a:solidFill>
                <a:latin typeface="Arial Narrow"/>
                <a:cs typeface="Arial Narrow"/>
              </a:rPr>
              <a:t>arrays</a:t>
            </a:r>
            <a:r>
              <a:rPr dirty="0" sz="18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275">
                <a:solidFill>
                  <a:srgbClr val="FFFFFF"/>
                </a:solidFill>
                <a:latin typeface="Arial Narrow"/>
                <a:cs typeface="Arial Narrow"/>
              </a:rPr>
              <a:t>for</a:t>
            </a:r>
            <a:r>
              <a:rPr dirty="0" sz="18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190">
                <a:solidFill>
                  <a:srgbClr val="FFFFFF"/>
                </a:solidFill>
                <a:latin typeface="Arial Narrow"/>
                <a:cs typeface="Arial Narrow"/>
              </a:rPr>
              <a:t>training</a:t>
            </a:r>
            <a:r>
              <a:rPr dirty="0" sz="18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145">
                <a:solidFill>
                  <a:srgbClr val="FFFFFF"/>
                </a:solidFill>
                <a:latin typeface="Arial Narrow"/>
                <a:cs typeface="Arial Narrow"/>
              </a:rPr>
              <a:t>models.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2082850" y="4266619"/>
            <a:ext cx="4495800" cy="3657600"/>
          </a:xfrm>
          <a:custGeom>
            <a:avLst/>
            <a:gdLst/>
            <a:ahLst/>
            <a:cxnLst/>
            <a:rect l="l" t="t" r="r" b="b"/>
            <a:pathLst>
              <a:path w="4495800" h="3657600">
                <a:moveTo>
                  <a:pt x="4495801" y="3233214"/>
                </a:moveTo>
                <a:lnTo>
                  <a:pt x="4486136" y="3301936"/>
                </a:lnTo>
                <a:lnTo>
                  <a:pt x="4471974" y="3350961"/>
                </a:lnTo>
                <a:lnTo>
                  <a:pt x="4452471" y="3398035"/>
                </a:lnTo>
                <a:lnTo>
                  <a:pt x="4427812" y="3442711"/>
                </a:lnTo>
                <a:lnTo>
                  <a:pt x="4398184" y="3484542"/>
                </a:lnTo>
                <a:lnTo>
                  <a:pt x="4363772" y="3523082"/>
                </a:lnTo>
                <a:lnTo>
                  <a:pt x="4325233" y="3557498"/>
                </a:lnTo>
                <a:lnTo>
                  <a:pt x="4283403" y="3587130"/>
                </a:lnTo>
                <a:lnTo>
                  <a:pt x="4238728" y="3611792"/>
                </a:lnTo>
                <a:lnTo>
                  <a:pt x="4191653" y="3631299"/>
                </a:lnTo>
                <a:lnTo>
                  <a:pt x="4142625" y="3645465"/>
                </a:lnTo>
                <a:lnTo>
                  <a:pt x="4092090" y="3654101"/>
                </a:lnTo>
                <a:lnTo>
                  <a:pt x="4040499" y="3657021"/>
                </a:lnTo>
                <a:lnTo>
                  <a:pt x="457247" y="3657022"/>
                </a:lnTo>
                <a:lnTo>
                  <a:pt x="405657" y="3654104"/>
                </a:lnTo>
                <a:lnTo>
                  <a:pt x="355124" y="3645471"/>
                </a:lnTo>
                <a:lnTo>
                  <a:pt x="306096" y="3631309"/>
                </a:lnTo>
                <a:lnTo>
                  <a:pt x="259019" y="3611805"/>
                </a:lnTo>
                <a:lnTo>
                  <a:pt x="214341" y="3587145"/>
                </a:lnTo>
                <a:lnTo>
                  <a:pt x="172508" y="3557515"/>
                </a:lnTo>
                <a:lnTo>
                  <a:pt x="133966" y="3523100"/>
                </a:lnTo>
                <a:lnTo>
                  <a:pt x="99550" y="3484558"/>
                </a:lnTo>
                <a:lnTo>
                  <a:pt x="69921" y="3442723"/>
                </a:lnTo>
                <a:lnTo>
                  <a:pt x="45264" y="3398043"/>
                </a:lnTo>
                <a:lnTo>
                  <a:pt x="25765" y="3350966"/>
                </a:lnTo>
                <a:lnTo>
                  <a:pt x="11608" y="3301937"/>
                </a:lnTo>
                <a:lnTo>
                  <a:pt x="2978" y="3251406"/>
                </a:lnTo>
                <a:lnTo>
                  <a:pt x="0" y="3199820"/>
                </a:lnTo>
                <a:lnTo>
                  <a:pt x="0" y="457185"/>
                </a:lnTo>
                <a:lnTo>
                  <a:pt x="2980" y="405601"/>
                </a:lnTo>
                <a:lnTo>
                  <a:pt x="11611" y="355069"/>
                </a:lnTo>
                <a:lnTo>
                  <a:pt x="25767" y="306040"/>
                </a:lnTo>
                <a:lnTo>
                  <a:pt x="45265" y="258961"/>
                </a:lnTo>
                <a:lnTo>
                  <a:pt x="69919" y="214278"/>
                </a:lnTo>
                <a:lnTo>
                  <a:pt x="99545" y="172442"/>
                </a:lnTo>
                <a:lnTo>
                  <a:pt x="133960" y="133899"/>
                </a:lnTo>
                <a:lnTo>
                  <a:pt x="172502" y="99484"/>
                </a:lnTo>
                <a:lnTo>
                  <a:pt x="214338" y="69856"/>
                </a:lnTo>
                <a:lnTo>
                  <a:pt x="259019" y="45200"/>
                </a:lnTo>
                <a:lnTo>
                  <a:pt x="306099" y="25701"/>
                </a:lnTo>
                <a:lnTo>
                  <a:pt x="355129" y="11545"/>
                </a:lnTo>
                <a:lnTo>
                  <a:pt x="405661" y="2917"/>
                </a:lnTo>
                <a:lnTo>
                  <a:pt x="457248" y="0"/>
                </a:lnTo>
                <a:lnTo>
                  <a:pt x="4040499" y="1"/>
                </a:lnTo>
                <a:lnTo>
                  <a:pt x="4092089" y="2921"/>
                </a:lnTo>
                <a:lnTo>
                  <a:pt x="4142622" y="11553"/>
                </a:lnTo>
                <a:lnTo>
                  <a:pt x="4191650" y="25712"/>
                </a:lnTo>
                <a:lnTo>
                  <a:pt x="4238727" y="45214"/>
                </a:lnTo>
                <a:lnTo>
                  <a:pt x="4283405" y="69872"/>
                </a:lnTo>
                <a:lnTo>
                  <a:pt x="4325237" y="99502"/>
                </a:lnTo>
                <a:lnTo>
                  <a:pt x="4363776" y="133917"/>
                </a:lnTo>
                <a:lnTo>
                  <a:pt x="4398187" y="172458"/>
                </a:lnTo>
                <a:lnTo>
                  <a:pt x="4427813" y="214290"/>
                </a:lnTo>
                <a:lnTo>
                  <a:pt x="4452470" y="258968"/>
                </a:lnTo>
                <a:lnTo>
                  <a:pt x="4471973" y="306044"/>
                </a:lnTo>
                <a:lnTo>
                  <a:pt x="4486134" y="355070"/>
                </a:lnTo>
                <a:lnTo>
                  <a:pt x="4494769" y="405601"/>
                </a:lnTo>
                <a:lnTo>
                  <a:pt x="4495800" y="423807"/>
                </a:lnTo>
              </a:path>
            </a:pathLst>
          </a:custGeom>
          <a:ln w="2095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2593645" y="4769737"/>
            <a:ext cx="16954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0" b="1">
                <a:solidFill>
                  <a:srgbClr val="FFFFFF"/>
                </a:solidFill>
                <a:latin typeface="Arial"/>
                <a:cs typeface="Arial"/>
              </a:rPr>
              <a:t>matplotlib</a:t>
            </a:r>
            <a:r>
              <a:rPr dirty="0" sz="2400" spc="-1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85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3150519" y="5581636"/>
            <a:ext cx="57150" cy="1628775"/>
          </a:xfrm>
          <a:custGeom>
            <a:avLst/>
            <a:gdLst/>
            <a:ahLst/>
            <a:cxnLst/>
            <a:rect l="l" t="t" r="r" b="b"/>
            <a:pathLst>
              <a:path w="57150" h="1628775">
                <a:moveTo>
                  <a:pt x="57150" y="1596415"/>
                </a:moveTo>
                <a:lnTo>
                  <a:pt x="32359" y="1571625"/>
                </a:lnTo>
                <a:lnTo>
                  <a:pt x="24777" y="1571625"/>
                </a:lnTo>
                <a:lnTo>
                  <a:pt x="0" y="1596415"/>
                </a:lnTo>
                <a:lnTo>
                  <a:pt x="0" y="1603997"/>
                </a:lnTo>
                <a:lnTo>
                  <a:pt x="24777" y="1628775"/>
                </a:lnTo>
                <a:lnTo>
                  <a:pt x="32359" y="1628775"/>
                </a:lnTo>
                <a:lnTo>
                  <a:pt x="57150" y="1603997"/>
                </a:lnTo>
                <a:lnTo>
                  <a:pt x="57150" y="1600200"/>
                </a:lnTo>
                <a:lnTo>
                  <a:pt x="57150" y="1596415"/>
                </a:lnTo>
                <a:close/>
              </a:path>
              <a:path w="57150" h="1628775">
                <a:moveTo>
                  <a:pt x="57150" y="653440"/>
                </a:moveTo>
                <a:lnTo>
                  <a:pt x="32359" y="628650"/>
                </a:lnTo>
                <a:lnTo>
                  <a:pt x="24777" y="628650"/>
                </a:lnTo>
                <a:lnTo>
                  <a:pt x="0" y="653440"/>
                </a:lnTo>
                <a:lnTo>
                  <a:pt x="0" y="661022"/>
                </a:lnTo>
                <a:lnTo>
                  <a:pt x="24777" y="685800"/>
                </a:lnTo>
                <a:lnTo>
                  <a:pt x="32359" y="685800"/>
                </a:lnTo>
                <a:lnTo>
                  <a:pt x="57150" y="661022"/>
                </a:lnTo>
                <a:lnTo>
                  <a:pt x="57150" y="657225"/>
                </a:lnTo>
                <a:lnTo>
                  <a:pt x="57150" y="653440"/>
                </a:lnTo>
                <a:close/>
              </a:path>
              <a:path w="57150" h="1628775">
                <a:moveTo>
                  <a:pt x="57150" y="24790"/>
                </a:moveTo>
                <a:lnTo>
                  <a:pt x="32359" y="0"/>
                </a:lnTo>
                <a:lnTo>
                  <a:pt x="24777" y="0"/>
                </a:lnTo>
                <a:lnTo>
                  <a:pt x="0" y="24790"/>
                </a:lnTo>
                <a:lnTo>
                  <a:pt x="0" y="32372"/>
                </a:lnTo>
                <a:lnTo>
                  <a:pt x="24777" y="57150"/>
                </a:lnTo>
                <a:lnTo>
                  <a:pt x="32359" y="57150"/>
                </a:lnTo>
                <a:lnTo>
                  <a:pt x="57150" y="32372"/>
                </a:lnTo>
                <a:lnTo>
                  <a:pt x="57150" y="28575"/>
                </a:lnTo>
                <a:lnTo>
                  <a:pt x="57150" y="247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3307781" y="5376586"/>
            <a:ext cx="3867150" cy="968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  <a:tabLst>
                <a:tab pos="1486535" algn="l"/>
                <a:tab pos="2310130" algn="l"/>
                <a:tab pos="3613785" algn="l"/>
              </a:tabLst>
            </a:pPr>
            <a:r>
              <a:rPr dirty="0" sz="1800" spc="110">
                <a:solidFill>
                  <a:srgbClr val="FFFFFF"/>
                </a:solidFill>
                <a:latin typeface="Arial Narrow"/>
                <a:cs typeface="Arial Narrow"/>
              </a:rPr>
              <a:t>Visualizes</a:t>
            </a:r>
            <a:r>
              <a:rPr dirty="0" sz="18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1800" spc="225">
                <a:solidFill>
                  <a:srgbClr val="FFFFFF"/>
                </a:solidFill>
                <a:latin typeface="Arial Narrow"/>
                <a:cs typeface="Arial Narrow"/>
              </a:rPr>
              <a:t>the</a:t>
            </a:r>
            <a:r>
              <a:rPr dirty="0" sz="18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1800" spc="235">
                <a:solidFill>
                  <a:srgbClr val="FFFFFF"/>
                </a:solidFill>
                <a:latin typeface="Arial Narrow"/>
                <a:cs typeface="Arial Narrow"/>
              </a:rPr>
              <a:t>dataset</a:t>
            </a:r>
            <a:r>
              <a:rPr dirty="0" sz="18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1800" spc="295">
                <a:solidFill>
                  <a:srgbClr val="FFFFFF"/>
                </a:solidFill>
                <a:latin typeface="Arial Narrow"/>
                <a:cs typeface="Arial Narrow"/>
              </a:rPr>
              <a:t>to </a:t>
            </a:r>
            <a:r>
              <a:rPr dirty="0" sz="1800" spc="225">
                <a:solidFill>
                  <a:srgbClr val="FFFFFF"/>
                </a:solidFill>
                <a:latin typeface="Arial Narrow"/>
                <a:cs typeface="Arial Narrow"/>
              </a:rPr>
              <a:t>understand</a:t>
            </a:r>
            <a:r>
              <a:rPr dirty="0" sz="1800" spc="10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210">
                <a:solidFill>
                  <a:srgbClr val="FFFFFF"/>
                </a:solidFill>
                <a:latin typeface="Arial Narrow"/>
                <a:cs typeface="Arial Narrow"/>
              </a:rPr>
              <a:t>emotions</a:t>
            </a:r>
            <a:r>
              <a:rPr dirty="0" sz="1800" spc="10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200">
                <a:solidFill>
                  <a:srgbClr val="FFFFFF"/>
                </a:solidFill>
                <a:latin typeface="Arial Narrow"/>
                <a:cs typeface="Arial Narrow"/>
              </a:rPr>
              <a:t>better.</a:t>
            </a:r>
            <a:endParaRPr sz="18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800" spc="240">
                <a:solidFill>
                  <a:srgbClr val="FFFFFF"/>
                </a:solidFill>
                <a:latin typeface="Arial Narrow"/>
                <a:cs typeface="Arial Narrow"/>
              </a:rPr>
              <a:t>Can</a:t>
            </a:r>
            <a:r>
              <a:rPr dirty="0" sz="1800" spc="33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250">
                <a:solidFill>
                  <a:srgbClr val="FFFFFF"/>
                </a:solidFill>
                <a:latin typeface="Arial Narrow"/>
                <a:cs typeface="Arial Narrow"/>
              </a:rPr>
              <a:t>create</a:t>
            </a:r>
            <a:r>
              <a:rPr dirty="0" sz="1800" spc="33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270">
                <a:solidFill>
                  <a:srgbClr val="FFFFFF"/>
                </a:solidFill>
                <a:latin typeface="Arial Narrow"/>
                <a:cs typeface="Arial Narrow"/>
              </a:rPr>
              <a:t>bar</a:t>
            </a:r>
            <a:r>
              <a:rPr dirty="0" sz="1800" spc="33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215">
                <a:solidFill>
                  <a:srgbClr val="FFFFFF"/>
                </a:solidFill>
                <a:latin typeface="Arial Narrow"/>
                <a:cs typeface="Arial Narrow"/>
              </a:rPr>
              <a:t>charts,</a:t>
            </a:r>
            <a:r>
              <a:rPr dirty="0" sz="1800" spc="33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160">
                <a:solidFill>
                  <a:srgbClr val="FFFFFF"/>
                </a:solidFill>
                <a:latin typeface="Arial Narrow"/>
                <a:cs typeface="Arial Narrow"/>
              </a:rPr>
              <a:t>pie</a:t>
            </a:r>
            <a:r>
              <a:rPr dirty="0" sz="1800" spc="33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204">
                <a:solidFill>
                  <a:srgbClr val="FFFFFF"/>
                </a:solidFill>
                <a:latin typeface="Arial Narrow"/>
                <a:cs typeface="Arial Narrow"/>
              </a:rPr>
              <a:t>charts,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6451355" y="9233727"/>
            <a:ext cx="972185" cy="267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05"/>
              </a:lnSpc>
            </a:pPr>
            <a:r>
              <a:rPr dirty="0" sz="1900" spc="240">
                <a:solidFill>
                  <a:srgbClr val="FFFFFF"/>
                </a:solidFill>
                <a:latin typeface="Arial Narrow"/>
                <a:cs typeface="Arial Narrow"/>
              </a:rPr>
              <a:t>page</a:t>
            </a:r>
            <a:r>
              <a:rPr dirty="0" sz="1900" spc="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900" spc="355">
                <a:solidFill>
                  <a:srgbClr val="FFFFFF"/>
                </a:solidFill>
                <a:latin typeface="Arial Narrow"/>
                <a:cs typeface="Arial Narrow"/>
              </a:rPr>
              <a:t>06</a:t>
            </a:r>
            <a:endParaRPr sz="1900">
              <a:latin typeface="Arial Narrow"/>
              <a:cs typeface="Arial Narrow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3307781" y="6319561"/>
            <a:ext cx="3867150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  <a:tabLst>
                <a:tab pos="620395" algn="l"/>
                <a:tab pos="1743710" algn="l"/>
                <a:tab pos="2979420" algn="l"/>
              </a:tabLst>
            </a:pPr>
            <a:r>
              <a:rPr dirty="0" sz="1800" spc="250">
                <a:solidFill>
                  <a:srgbClr val="FFFFFF"/>
                </a:solidFill>
                <a:latin typeface="Arial Narrow"/>
                <a:cs typeface="Arial Narrow"/>
              </a:rPr>
              <a:t>or</a:t>
            </a:r>
            <a:r>
              <a:rPr dirty="0" sz="18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1800" spc="215">
                <a:solidFill>
                  <a:srgbClr val="FFFFFF"/>
                </a:solidFill>
                <a:latin typeface="Arial Narrow"/>
                <a:cs typeface="Arial Narrow"/>
              </a:rPr>
              <a:t>graphs</a:t>
            </a:r>
            <a:r>
              <a:rPr dirty="0" sz="18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1800" spc="180">
                <a:solidFill>
                  <a:srgbClr val="FFFFFF"/>
                </a:solidFill>
                <a:latin typeface="Arial Narrow"/>
                <a:cs typeface="Arial Narrow"/>
              </a:rPr>
              <a:t>showing</a:t>
            </a:r>
            <a:r>
              <a:rPr dirty="0" sz="18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1800" spc="210">
                <a:solidFill>
                  <a:srgbClr val="FFFFFF"/>
                </a:solidFill>
                <a:latin typeface="Arial Narrow"/>
                <a:cs typeface="Arial Narrow"/>
              </a:rPr>
              <a:t>emotion </a:t>
            </a:r>
            <a:r>
              <a:rPr dirty="0" sz="1800" spc="165">
                <a:solidFill>
                  <a:srgbClr val="FFFFFF"/>
                </a:solidFill>
                <a:latin typeface="Arial Narrow"/>
                <a:cs typeface="Arial Narrow"/>
              </a:rPr>
              <a:t>distribution.</a:t>
            </a:r>
            <a:endParaRPr sz="1800">
              <a:latin typeface="Arial Narrow"/>
              <a:cs typeface="Arial Narrow"/>
            </a:endParaRPr>
          </a:p>
          <a:p>
            <a:pPr marL="12700" marR="5080">
              <a:lnSpc>
                <a:spcPct val="114599"/>
              </a:lnSpc>
            </a:pPr>
            <a:r>
              <a:rPr dirty="0" sz="1800" spc="165">
                <a:solidFill>
                  <a:srgbClr val="FFFFFF"/>
                </a:solidFill>
                <a:latin typeface="Arial Narrow"/>
                <a:cs typeface="Arial Narrow"/>
              </a:rPr>
              <a:t>Example</a:t>
            </a:r>
            <a:r>
              <a:rPr dirty="0" sz="1800" spc="21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100">
                <a:solidFill>
                  <a:srgbClr val="FFFFFF"/>
                </a:solidFill>
                <a:latin typeface="Arial Narrow"/>
                <a:cs typeface="Arial Narrow"/>
              </a:rPr>
              <a:t>use:</a:t>
            </a:r>
            <a:r>
              <a:rPr dirty="0" sz="1800" spc="22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225">
                <a:solidFill>
                  <a:srgbClr val="FFFFFF"/>
                </a:solidFill>
                <a:latin typeface="Arial Narrow"/>
                <a:cs typeface="Arial Narrow"/>
              </a:rPr>
              <a:t>show</a:t>
            </a:r>
            <a:r>
              <a:rPr dirty="0" sz="1800" spc="21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250">
                <a:solidFill>
                  <a:srgbClr val="FFFFFF"/>
                </a:solidFill>
                <a:latin typeface="Arial Narrow"/>
                <a:cs typeface="Arial Narrow"/>
              </a:rPr>
              <a:t>how</a:t>
            </a:r>
            <a:r>
              <a:rPr dirty="0" sz="1800" spc="22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245">
                <a:solidFill>
                  <a:srgbClr val="FFFFFF"/>
                </a:solidFill>
                <a:latin typeface="Arial Narrow"/>
                <a:cs typeface="Arial Narrow"/>
              </a:rPr>
              <a:t>many</a:t>
            </a:r>
            <a:r>
              <a:rPr dirty="0" sz="1800" spc="21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225">
                <a:solidFill>
                  <a:srgbClr val="FFFFFF"/>
                </a:solidFill>
                <a:latin typeface="Arial Narrow"/>
                <a:cs typeface="Arial Narrow"/>
              </a:rPr>
              <a:t>texts </a:t>
            </a:r>
            <a:r>
              <a:rPr dirty="0" sz="1800" spc="155">
                <a:solidFill>
                  <a:srgbClr val="FFFFFF"/>
                </a:solidFill>
                <a:latin typeface="Arial Narrow"/>
                <a:cs typeface="Arial Narrow"/>
              </a:rPr>
              <a:t>have</a:t>
            </a:r>
            <a:r>
              <a:rPr dirty="0" sz="18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105">
                <a:solidFill>
                  <a:srgbClr val="FFFFFF"/>
                </a:solidFill>
                <a:latin typeface="Arial Narrow"/>
                <a:cs typeface="Arial Narrow"/>
              </a:rPr>
              <a:t>“joy”,</a:t>
            </a:r>
            <a:r>
              <a:rPr dirty="0" sz="18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150">
                <a:solidFill>
                  <a:srgbClr val="FFFFFF"/>
                </a:solidFill>
                <a:latin typeface="Arial Narrow"/>
                <a:cs typeface="Arial Narrow"/>
              </a:rPr>
              <a:t>“anger”,</a:t>
            </a:r>
            <a:r>
              <a:rPr dirty="0" sz="18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275">
                <a:solidFill>
                  <a:srgbClr val="FFFFFF"/>
                </a:solidFill>
                <a:latin typeface="Arial Narrow"/>
                <a:cs typeface="Arial Narrow"/>
              </a:rPr>
              <a:t>or</a:t>
            </a:r>
            <a:r>
              <a:rPr dirty="0" sz="18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800" spc="95">
                <a:solidFill>
                  <a:srgbClr val="FFFFFF"/>
                </a:solidFill>
                <a:latin typeface="Arial Narrow"/>
                <a:cs typeface="Arial Narrow"/>
              </a:rPr>
              <a:t>“sadness”.</a:t>
            </a:r>
            <a:endParaRPr sz="1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28892" y="822222"/>
            <a:ext cx="480059" cy="409575"/>
            <a:chOff x="1028892" y="822222"/>
            <a:chExt cx="480059" cy="4095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1121" y="822222"/>
              <a:ext cx="347205" cy="40957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892" y="986838"/>
              <a:ext cx="442361" cy="244958"/>
            </a:xfrm>
            <a:prstGeom prst="rect">
              <a:avLst/>
            </a:prstGeom>
          </p:spPr>
        </p:pic>
      </p:grpSp>
      <p:sp>
        <p:nvSpPr>
          <p:cNvPr id="5" name="object 5" descr=""/>
          <p:cNvSpPr/>
          <p:nvPr/>
        </p:nvSpPr>
        <p:spPr>
          <a:xfrm>
            <a:off x="3948740" y="946777"/>
            <a:ext cx="915035" cy="715645"/>
          </a:xfrm>
          <a:custGeom>
            <a:avLst/>
            <a:gdLst/>
            <a:ahLst/>
            <a:cxnLst/>
            <a:rect l="l" t="t" r="r" b="b"/>
            <a:pathLst>
              <a:path w="915035" h="715644">
                <a:moveTo>
                  <a:pt x="359792" y="715565"/>
                </a:moveTo>
                <a:lnTo>
                  <a:pt x="0" y="715565"/>
                </a:lnTo>
                <a:lnTo>
                  <a:pt x="0" y="415671"/>
                </a:lnTo>
                <a:lnTo>
                  <a:pt x="2189" y="355333"/>
                </a:lnTo>
                <a:lnTo>
                  <a:pt x="8757" y="300086"/>
                </a:lnTo>
                <a:lnTo>
                  <a:pt x="19698" y="249927"/>
                </a:lnTo>
                <a:lnTo>
                  <a:pt x="35010" y="204852"/>
                </a:lnTo>
                <a:lnTo>
                  <a:pt x="54689" y="164858"/>
                </a:lnTo>
                <a:lnTo>
                  <a:pt x="78731" y="129941"/>
                </a:lnTo>
                <a:lnTo>
                  <a:pt x="107133" y="100098"/>
                </a:lnTo>
                <a:lnTo>
                  <a:pt x="139572" y="74649"/>
                </a:lnTo>
                <a:lnTo>
                  <a:pt x="175724" y="52916"/>
                </a:lnTo>
                <a:lnTo>
                  <a:pt x="215585" y="34900"/>
                </a:lnTo>
                <a:lnTo>
                  <a:pt x="259151" y="20600"/>
                </a:lnTo>
                <a:lnTo>
                  <a:pt x="306421" y="10017"/>
                </a:lnTo>
                <a:lnTo>
                  <a:pt x="357389" y="3150"/>
                </a:lnTo>
                <a:lnTo>
                  <a:pt x="412053" y="0"/>
                </a:lnTo>
                <a:lnTo>
                  <a:pt x="413862" y="144319"/>
                </a:lnTo>
                <a:lnTo>
                  <a:pt x="353181" y="154609"/>
                </a:lnTo>
                <a:lnTo>
                  <a:pt x="305232" y="171460"/>
                </a:lnTo>
                <a:lnTo>
                  <a:pt x="269062" y="195034"/>
                </a:lnTo>
                <a:lnTo>
                  <a:pt x="243717" y="225493"/>
                </a:lnTo>
                <a:lnTo>
                  <a:pt x="228246" y="262997"/>
                </a:lnTo>
                <a:lnTo>
                  <a:pt x="221695" y="307710"/>
                </a:lnTo>
                <a:lnTo>
                  <a:pt x="222990" y="355333"/>
                </a:lnTo>
                <a:lnTo>
                  <a:pt x="223111" y="359792"/>
                </a:lnTo>
                <a:lnTo>
                  <a:pt x="359792" y="359792"/>
                </a:lnTo>
                <a:lnTo>
                  <a:pt x="359792" y="715565"/>
                </a:lnTo>
                <a:close/>
              </a:path>
              <a:path w="915035" h="715644">
                <a:moveTo>
                  <a:pt x="862698" y="715565"/>
                </a:moveTo>
                <a:lnTo>
                  <a:pt x="502905" y="715565"/>
                </a:lnTo>
                <a:lnTo>
                  <a:pt x="502905" y="415671"/>
                </a:lnTo>
                <a:lnTo>
                  <a:pt x="505095" y="355333"/>
                </a:lnTo>
                <a:lnTo>
                  <a:pt x="511663" y="300086"/>
                </a:lnTo>
                <a:lnTo>
                  <a:pt x="522604" y="249927"/>
                </a:lnTo>
                <a:lnTo>
                  <a:pt x="537916" y="204852"/>
                </a:lnTo>
                <a:lnTo>
                  <a:pt x="557595" y="164858"/>
                </a:lnTo>
                <a:lnTo>
                  <a:pt x="581637" y="129941"/>
                </a:lnTo>
                <a:lnTo>
                  <a:pt x="610039" y="100098"/>
                </a:lnTo>
                <a:lnTo>
                  <a:pt x="642478" y="74649"/>
                </a:lnTo>
                <a:lnTo>
                  <a:pt x="678629" y="52916"/>
                </a:lnTo>
                <a:lnTo>
                  <a:pt x="718490" y="34900"/>
                </a:lnTo>
                <a:lnTo>
                  <a:pt x="762057" y="20600"/>
                </a:lnTo>
                <a:lnTo>
                  <a:pt x="809327" y="10017"/>
                </a:lnTo>
                <a:lnTo>
                  <a:pt x="860295" y="3150"/>
                </a:lnTo>
                <a:lnTo>
                  <a:pt x="914959" y="0"/>
                </a:lnTo>
                <a:lnTo>
                  <a:pt x="914959" y="145726"/>
                </a:lnTo>
                <a:lnTo>
                  <a:pt x="854378" y="155875"/>
                </a:lnTo>
                <a:lnTo>
                  <a:pt x="806687" y="172500"/>
                </a:lnTo>
                <a:lnTo>
                  <a:pt x="770870" y="195803"/>
                </a:lnTo>
                <a:lnTo>
                  <a:pt x="745911" y="225983"/>
                </a:lnTo>
                <a:lnTo>
                  <a:pt x="730793" y="263241"/>
                </a:lnTo>
                <a:lnTo>
                  <a:pt x="724501" y="307777"/>
                </a:lnTo>
                <a:lnTo>
                  <a:pt x="726017" y="359792"/>
                </a:lnTo>
                <a:lnTo>
                  <a:pt x="862698" y="359792"/>
                </a:lnTo>
                <a:lnTo>
                  <a:pt x="862698" y="715565"/>
                </a:lnTo>
                <a:close/>
              </a:path>
            </a:pathLst>
          </a:custGeom>
          <a:solidFill>
            <a:srgbClr val="FFFFFF">
              <a:alpha val="1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863937" y="2000701"/>
            <a:ext cx="5782310" cy="2686050"/>
          </a:xfrm>
          <a:custGeom>
            <a:avLst/>
            <a:gdLst/>
            <a:ahLst/>
            <a:cxnLst/>
            <a:rect l="l" t="t" r="r" b="b"/>
            <a:pathLst>
              <a:path w="5782309" h="2686050">
                <a:moveTo>
                  <a:pt x="5781687" y="2244767"/>
                </a:moveTo>
                <a:lnTo>
                  <a:pt x="5779503" y="2283423"/>
                </a:lnTo>
                <a:lnTo>
                  <a:pt x="5770868" y="2333956"/>
                </a:lnTo>
                <a:lnTo>
                  <a:pt x="5756705" y="2382983"/>
                </a:lnTo>
                <a:lnTo>
                  <a:pt x="5737201" y="2430058"/>
                </a:lnTo>
                <a:lnTo>
                  <a:pt x="5712541" y="2474735"/>
                </a:lnTo>
                <a:lnTo>
                  <a:pt x="5682911" y="2516568"/>
                </a:lnTo>
                <a:lnTo>
                  <a:pt x="5648496" y="2555109"/>
                </a:lnTo>
                <a:lnTo>
                  <a:pt x="5609959" y="2589522"/>
                </a:lnTo>
                <a:lnTo>
                  <a:pt x="5568129" y="2619153"/>
                </a:lnTo>
                <a:lnTo>
                  <a:pt x="5523453" y="2643815"/>
                </a:lnTo>
                <a:lnTo>
                  <a:pt x="5476377" y="2663321"/>
                </a:lnTo>
                <a:lnTo>
                  <a:pt x="5427348" y="2677486"/>
                </a:lnTo>
                <a:lnTo>
                  <a:pt x="5376815" y="2686051"/>
                </a:lnTo>
              </a:path>
              <a:path w="5782309" h="2686050">
                <a:moveTo>
                  <a:pt x="405612" y="2686056"/>
                </a:moveTo>
                <a:lnTo>
                  <a:pt x="355067" y="2677491"/>
                </a:lnTo>
                <a:lnTo>
                  <a:pt x="306037" y="2663329"/>
                </a:lnTo>
                <a:lnTo>
                  <a:pt x="258959" y="2643825"/>
                </a:lnTo>
                <a:lnTo>
                  <a:pt x="214281" y="2619165"/>
                </a:lnTo>
                <a:lnTo>
                  <a:pt x="172447" y="2589535"/>
                </a:lnTo>
                <a:lnTo>
                  <a:pt x="133907" y="2555121"/>
                </a:lnTo>
                <a:lnTo>
                  <a:pt x="99491" y="2516580"/>
                </a:lnTo>
                <a:lnTo>
                  <a:pt x="69861" y="2474745"/>
                </a:lnTo>
                <a:lnTo>
                  <a:pt x="45204" y="2430064"/>
                </a:lnTo>
                <a:lnTo>
                  <a:pt x="25704" y="2382986"/>
                </a:lnTo>
                <a:lnTo>
                  <a:pt x="11547" y="2333956"/>
                </a:lnTo>
                <a:lnTo>
                  <a:pt x="2917" y="2283422"/>
                </a:lnTo>
                <a:lnTo>
                  <a:pt x="0" y="2231832"/>
                </a:lnTo>
                <a:lnTo>
                  <a:pt x="0" y="457192"/>
                </a:lnTo>
                <a:lnTo>
                  <a:pt x="2917" y="405605"/>
                </a:lnTo>
                <a:lnTo>
                  <a:pt x="11547" y="355072"/>
                </a:lnTo>
                <a:lnTo>
                  <a:pt x="25704" y="306042"/>
                </a:lnTo>
                <a:lnTo>
                  <a:pt x="45203" y="258963"/>
                </a:lnTo>
                <a:lnTo>
                  <a:pt x="69860" y="214281"/>
                </a:lnTo>
                <a:lnTo>
                  <a:pt x="99488" y="172446"/>
                </a:lnTo>
                <a:lnTo>
                  <a:pt x="133903" y="133904"/>
                </a:lnTo>
                <a:lnTo>
                  <a:pt x="172446" y="99489"/>
                </a:lnTo>
                <a:lnTo>
                  <a:pt x="214281" y="69861"/>
                </a:lnTo>
                <a:lnTo>
                  <a:pt x="258962" y="45204"/>
                </a:lnTo>
                <a:lnTo>
                  <a:pt x="306041" y="25704"/>
                </a:lnTo>
                <a:lnTo>
                  <a:pt x="355071" y="11547"/>
                </a:lnTo>
                <a:lnTo>
                  <a:pt x="405604" y="2918"/>
                </a:lnTo>
                <a:lnTo>
                  <a:pt x="457191" y="0"/>
                </a:lnTo>
                <a:lnTo>
                  <a:pt x="5325227" y="1"/>
                </a:lnTo>
                <a:lnTo>
                  <a:pt x="5376814" y="2920"/>
                </a:lnTo>
                <a:lnTo>
                  <a:pt x="5427346" y="11552"/>
                </a:lnTo>
                <a:lnTo>
                  <a:pt x="5476374" y="25712"/>
                </a:lnTo>
                <a:lnTo>
                  <a:pt x="5523450" y="45214"/>
                </a:lnTo>
                <a:lnTo>
                  <a:pt x="5568128" y="69873"/>
                </a:lnTo>
                <a:lnTo>
                  <a:pt x="5609960" y="99502"/>
                </a:lnTo>
                <a:lnTo>
                  <a:pt x="5648498" y="133916"/>
                </a:lnTo>
                <a:lnTo>
                  <a:pt x="5682913" y="172457"/>
                </a:lnTo>
                <a:lnTo>
                  <a:pt x="5712542" y="214290"/>
                </a:lnTo>
                <a:lnTo>
                  <a:pt x="5737202" y="258968"/>
                </a:lnTo>
                <a:lnTo>
                  <a:pt x="5756706" y="306045"/>
                </a:lnTo>
                <a:lnTo>
                  <a:pt x="5770868" y="355073"/>
                </a:lnTo>
                <a:lnTo>
                  <a:pt x="5779502" y="405605"/>
                </a:lnTo>
                <a:lnTo>
                  <a:pt x="5781687" y="444265"/>
                </a:lnTo>
              </a:path>
            </a:pathLst>
          </a:custGeom>
          <a:ln w="1143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0681533" y="4689774"/>
            <a:ext cx="5782310" cy="2686050"/>
          </a:xfrm>
          <a:custGeom>
            <a:avLst/>
            <a:gdLst/>
            <a:ahLst/>
            <a:cxnLst/>
            <a:rect l="l" t="t" r="r" b="b"/>
            <a:pathLst>
              <a:path w="5782309" h="2686050">
                <a:moveTo>
                  <a:pt x="5781687" y="2244770"/>
                </a:moveTo>
                <a:lnTo>
                  <a:pt x="5779504" y="2283422"/>
                </a:lnTo>
                <a:lnTo>
                  <a:pt x="5770873" y="2333956"/>
                </a:lnTo>
                <a:lnTo>
                  <a:pt x="5756715" y="2382986"/>
                </a:lnTo>
                <a:lnTo>
                  <a:pt x="5737214" y="2430064"/>
                </a:lnTo>
                <a:lnTo>
                  <a:pt x="5712556" y="2474745"/>
                </a:lnTo>
                <a:lnTo>
                  <a:pt x="5682925" y="2516579"/>
                </a:lnTo>
                <a:lnTo>
                  <a:pt x="5648508" y="2555121"/>
                </a:lnTo>
                <a:lnTo>
                  <a:pt x="5609967" y="2589532"/>
                </a:lnTo>
                <a:lnTo>
                  <a:pt x="5568133" y="2619159"/>
                </a:lnTo>
                <a:lnTo>
                  <a:pt x="5523454" y="2643817"/>
                </a:lnTo>
                <a:lnTo>
                  <a:pt x="5476377" y="2663320"/>
                </a:lnTo>
                <a:lnTo>
                  <a:pt x="5427348" y="2677482"/>
                </a:lnTo>
                <a:lnTo>
                  <a:pt x="5376815" y="2686050"/>
                </a:lnTo>
              </a:path>
              <a:path w="5782309" h="2686050">
                <a:moveTo>
                  <a:pt x="405613" y="2686050"/>
                </a:moveTo>
                <a:lnTo>
                  <a:pt x="355069" y="2677481"/>
                </a:lnTo>
                <a:lnTo>
                  <a:pt x="306041" y="2663319"/>
                </a:lnTo>
                <a:lnTo>
                  <a:pt x="258964" y="2643816"/>
                </a:lnTo>
                <a:lnTo>
                  <a:pt x="214284" y="2619159"/>
                </a:lnTo>
                <a:lnTo>
                  <a:pt x="172450" y="2589531"/>
                </a:lnTo>
                <a:lnTo>
                  <a:pt x="133908" y="2555119"/>
                </a:lnTo>
                <a:lnTo>
                  <a:pt x="99492" y="2516577"/>
                </a:lnTo>
                <a:lnTo>
                  <a:pt x="69863" y="2474743"/>
                </a:lnTo>
                <a:lnTo>
                  <a:pt x="45205" y="2430063"/>
                </a:lnTo>
                <a:lnTo>
                  <a:pt x="25705" y="2382984"/>
                </a:lnTo>
                <a:lnTo>
                  <a:pt x="11547" y="2333955"/>
                </a:lnTo>
                <a:lnTo>
                  <a:pt x="2917" y="2283421"/>
                </a:lnTo>
                <a:lnTo>
                  <a:pt x="0" y="2231831"/>
                </a:lnTo>
                <a:lnTo>
                  <a:pt x="0" y="457191"/>
                </a:lnTo>
                <a:lnTo>
                  <a:pt x="2919" y="405604"/>
                </a:lnTo>
                <a:lnTo>
                  <a:pt x="11549" y="355072"/>
                </a:lnTo>
                <a:lnTo>
                  <a:pt x="25705" y="306042"/>
                </a:lnTo>
                <a:lnTo>
                  <a:pt x="45203" y="258961"/>
                </a:lnTo>
                <a:lnTo>
                  <a:pt x="69857" y="214278"/>
                </a:lnTo>
                <a:lnTo>
                  <a:pt x="99484" y="172441"/>
                </a:lnTo>
                <a:lnTo>
                  <a:pt x="133899" y="133898"/>
                </a:lnTo>
                <a:lnTo>
                  <a:pt x="172442" y="99483"/>
                </a:lnTo>
                <a:lnTo>
                  <a:pt x="214280" y="69856"/>
                </a:lnTo>
                <a:lnTo>
                  <a:pt x="258962" y="45202"/>
                </a:lnTo>
                <a:lnTo>
                  <a:pt x="306042" y="25704"/>
                </a:lnTo>
                <a:lnTo>
                  <a:pt x="355072" y="11548"/>
                </a:lnTo>
                <a:lnTo>
                  <a:pt x="405604" y="2918"/>
                </a:lnTo>
                <a:lnTo>
                  <a:pt x="457191" y="0"/>
                </a:lnTo>
                <a:lnTo>
                  <a:pt x="5325227" y="0"/>
                </a:lnTo>
                <a:lnTo>
                  <a:pt x="5376815" y="2918"/>
                </a:lnTo>
                <a:lnTo>
                  <a:pt x="5427347" y="11548"/>
                </a:lnTo>
                <a:lnTo>
                  <a:pt x="5476377" y="25704"/>
                </a:lnTo>
                <a:lnTo>
                  <a:pt x="5523457" y="45201"/>
                </a:lnTo>
                <a:lnTo>
                  <a:pt x="5568140" y="69855"/>
                </a:lnTo>
                <a:lnTo>
                  <a:pt x="5609977" y="99481"/>
                </a:lnTo>
                <a:lnTo>
                  <a:pt x="5648520" y="133895"/>
                </a:lnTo>
                <a:lnTo>
                  <a:pt x="5682936" y="172440"/>
                </a:lnTo>
                <a:lnTo>
                  <a:pt x="5712563" y="214278"/>
                </a:lnTo>
                <a:lnTo>
                  <a:pt x="5737218" y="258961"/>
                </a:lnTo>
                <a:lnTo>
                  <a:pt x="5756716" y="306041"/>
                </a:lnTo>
                <a:lnTo>
                  <a:pt x="5770873" y="355071"/>
                </a:lnTo>
                <a:lnTo>
                  <a:pt x="5779503" y="405603"/>
                </a:lnTo>
                <a:lnTo>
                  <a:pt x="5781688" y="444266"/>
                </a:lnTo>
              </a:path>
            </a:pathLst>
          </a:custGeom>
          <a:ln w="1143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-117" y="3348837"/>
            <a:ext cx="4864100" cy="4843145"/>
            <a:chOff x="-117" y="3348837"/>
            <a:chExt cx="4864100" cy="4843145"/>
          </a:xfrm>
        </p:grpSpPr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348837"/>
              <a:ext cx="4863986" cy="428273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3476" y="3843844"/>
              <a:ext cx="2203482" cy="220348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17" y="5650973"/>
              <a:ext cx="4561692" cy="2540432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5561175" y="894841"/>
            <a:ext cx="107886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229">
                <a:solidFill>
                  <a:srgbClr val="FFFFFF"/>
                </a:solidFill>
                <a:latin typeface="Arial Narrow"/>
                <a:cs typeface="Arial Narrow"/>
              </a:rPr>
              <a:t>next</a:t>
            </a:r>
            <a:r>
              <a:rPr dirty="0" sz="19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900" spc="125">
                <a:solidFill>
                  <a:srgbClr val="FFFFFF"/>
                </a:solidFill>
                <a:latin typeface="Arial Narrow"/>
                <a:cs typeface="Arial Narrow"/>
              </a:rPr>
              <a:t>slide</a:t>
            </a:r>
            <a:endParaRPr sz="1900">
              <a:latin typeface="Arial Narrow"/>
              <a:cs typeface="Arial Narro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047772" y="1144372"/>
            <a:ext cx="9961245" cy="619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89345" algn="l"/>
              </a:tabLst>
            </a:pPr>
            <a:r>
              <a:rPr dirty="0" sz="3900" spc="190"/>
              <a:t>DATA</a:t>
            </a:r>
            <a:r>
              <a:rPr dirty="0" sz="3900" spc="185"/>
              <a:t> </a:t>
            </a:r>
            <a:r>
              <a:rPr dirty="0" sz="3900" spc="295"/>
              <a:t>MANIPULATION</a:t>
            </a:r>
            <a:r>
              <a:rPr dirty="0" sz="3900" spc="190"/>
              <a:t> </a:t>
            </a:r>
            <a:r>
              <a:rPr dirty="0" sz="3900" spc="390"/>
              <a:t>AND</a:t>
            </a:r>
            <a:r>
              <a:rPr dirty="0" sz="3900"/>
              <a:t>	</a:t>
            </a:r>
            <a:r>
              <a:rPr dirty="0" baseline="3003" sz="5550" spc="-247" b="1">
                <a:latin typeface="Arial"/>
                <a:cs typeface="Arial"/>
              </a:rPr>
              <a:t>DATA</a:t>
            </a:r>
            <a:r>
              <a:rPr dirty="0" baseline="3003" sz="5550" spc="-277" b="1">
                <a:latin typeface="Arial"/>
                <a:cs typeface="Arial"/>
              </a:rPr>
              <a:t> </a:t>
            </a:r>
            <a:r>
              <a:rPr dirty="0" baseline="3003" sz="5550" spc="-30" b="1">
                <a:latin typeface="Arial"/>
                <a:cs typeface="Arial"/>
              </a:rPr>
              <a:t>VISUALIZE</a:t>
            </a:r>
            <a:endParaRPr baseline="3003" sz="5550">
              <a:latin typeface="Arial"/>
              <a:cs typeface="Arial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674751" y="264133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674751" y="293661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5674751" y="323188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5674751" y="352716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9" y="56426"/>
                </a:lnTo>
                <a:lnTo>
                  <a:pt x="32364" y="57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1514292" y="531845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1514292" y="561372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1514292" y="620427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9" y="56426"/>
                </a:lnTo>
                <a:lnTo>
                  <a:pt x="32364" y="57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1514292" y="649955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9" y="56426"/>
                </a:lnTo>
                <a:lnTo>
                  <a:pt x="32364" y="57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5497515" y="1926128"/>
            <a:ext cx="12554585" cy="588708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2200" spc="155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22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Manipulation</a:t>
            </a:r>
            <a:r>
              <a:rPr dirty="0" sz="2200" spc="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5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  <a:p>
            <a:pPr marL="344170">
              <a:lnSpc>
                <a:spcPct val="100000"/>
              </a:lnSpc>
              <a:spcBef>
                <a:spcPts val="780"/>
              </a:spcBef>
            </a:pPr>
            <a:r>
              <a:rPr dirty="0" sz="1700" spc="160">
                <a:solidFill>
                  <a:srgbClr val="FFFFFF"/>
                </a:solidFill>
                <a:latin typeface="Arial Narrow"/>
                <a:cs typeface="Arial Narrow"/>
              </a:rPr>
              <a:t>Cleaning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54">
                <a:solidFill>
                  <a:srgbClr val="FFFFFF"/>
                </a:solidFill>
                <a:latin typeface="Arial Narrow"/>
                <a:cs typeface="Arial Narrow"/>
              </a:rPr>
              <a:t>text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>
                <a:solidFill>
                  <a:srgbClr val="FFFFFF"/>
                </a:solidFill>
                <a:latin typeface="Arial Narrow"/>
                <a:cs typeface="Arial Narrow"/>
              </a:rPr>
              <a:t>: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 </a:t>
            </a:r>
            <a:r>
              <a:rPr dirty="0" sz="1700" spc="195">
                <a:solidFill>
                  <a:srgbClr val="FFFFFF"/>
                </a:solidFill>
                <a:latin typeface="Arial Narrow"/>
                <a:cs typeface="Arial Narrow"/>
              </a:rPr>
              <a:t>Remove</a:t>
            </a:r>
            <a:r>
              <a:rPr dirty="0" sz="17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40">
                <a:solidFill>
                  <a:srgbClr val="FFFFFF"/>
                </a:solidFill>
                <a:latin typeface="Arial Narrow"/>
                <a:cs typeface="Arial Narrow"/>
              </a:rPr>
              <a:t>missing</a:t>
            </a:r>
            <a:r>
              <a:rPr dirty="0" sz="17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14">
                <a:solidFill>
                  <a:srgbClr val="FFFFFF"/>
                </a:solidFill>
                <a:latin typeface="Arial Narrow"/>
                <a:cs typeface="Arial Narrow"/>
              </a:rPr>
              <a:t>values,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50">
                <a:solidFill>
                  <a:srgbClr val="FFFFFF"/>
                </a:solidFill>
                <a:latin typeface="Arial Narrow"/>
                <a:cs typeface="Arial Narrow"/>
              </a:rPr>
              <a:t>special</a:t>
            </a:r>
            <a:r>
              <a:rPr dirty="0" sz="17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00">
                <a:solidFill>
                  <a:srgbClr val="FFFFFF"/>
                </a:solidFill>
                <a:latin typeface="Arial Narrow"/>
                <a:cs typeface="Arial Narrow"/>
              </a:rPr>
              <a:t>characters,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60">
                <a:solidFill>
                  <a:srgbClr val="FFFFFF"/>
                </a:solidFill>
                <a:latin typeface="Arial Narrow"/>
                <a:cs typeface="Arial Narrow"/>
              </a:rPr>
              <a:t>or</a:t>
            </a:r>
            <a:r>
              <a:rPr dirty="0" sz="17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29">
                <a:solidFill>
                  <a:srgbClr val="FFFFFF"/>
                </a:solidFill>
                <a:latin typeface="Arial Narrow"/>
                <a:cs typeface="Arial Narrow"/>
              </a:rPr>
              <a:t>extra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35">
                <a:solidFill>
                  <a:srgbClr val="FFFFFF"/>
                </a:solidFill>
                <a:latin typeface="Arial Narrow"/>
                <a:cs typeface="Arial Narrow"/>
              </a:rPr>
              <a:t>spaces.</a:t>
            </a:r>
            <a:endParaRPr sz="1700">
              <a:latin typeface="Arial Narrow"/>
              <a:cs typeface="Arial Narrow"/>
            </a:endParaRPr>
          </a:p>
          <a:p>
            <a:pPr marL="344170" marR="3439160">
              <a:lnSpc>
                <a:spcPct val="113999"/>
              </a:lnSpc>
            </a:pPr>
            <a:r>
              <a:rPr dirty="0" sz="1700" spc="145">
                <a:solidFill>
                  <a:srgbClr val="FFFFFF"/>
                </a:solidFill>
                <a:latin typeface="Arial Narrow"/>
                <a:cs typeface="Arial Narrow"/>
              </a:rPr>
              <a:t>Handling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30">
                <a:solidFill>
                  <a:srgbClr val="FFFFFF"/>
                </a:solidFill>
                <a:latin typeface="Arial Narrow"/>
                <a:cs typeface="Arial Narrow"/>
              </a:rPr>
              <a:t>labels</a:t>
            </a:r>
            <a:r>
              <a:rPr dirty="0" sz="17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>
                <a:solidFill>
                  <a:srgbClr val="FFFFFF"/>
                </a:solidFill>
                <a:latin typeface="Arial Narrow"/>
                <a:cs typeface="Arial Narrow"/>
              </a:rPr>
              <a:t>: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 </a:t>
            </a:r>
            <a:r>
              <a:rPr dirty="0" sz="1700" spc="235">
                <a:solidFill>
                  <a:srgbClr val="FFFFFF"/>
                </a:solidFill>
                <a:latin typeface="Arial Narrow"/>
                <a:cs typeface="Arial Narrow"/>
              </a:rPr>
              <a:t>Convert</a:t>
            </a:r>
            <a:r>
              <a:rPr dirty="0" sz="17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55">
                <a:solidFill>
                  <a:srgbClr val="FFFFFF"/>
                </a:solidFill>
                <a:latin typeface="Arial Narrow"/>
                <a:cs typeface="Arial Narrow"/>
              </a:rPr>
              <a:t>multiple</a:t>
            </a:r>
            <a:r>
              <a:rPr dirty="0" sz="17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10">
                <a:solidFill>
                  <a:srgbClr val="FFFFFF"/>
                </a:solidFill>
                <a:latin typeface="Arial Narrow"/>
                <a:cs typeface="Arial Narrow"/>
              </a:rPr>
              <a:t>emotion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75">
                <a:solidFill>
                  <a:srgbClr val="FFFFFF"/>
                </a:solidFill>
                <a:latin typeface="Arial Narrow"/>
                <a:cs typeface="Arial Narrow"/>
              </a:rPr>
              <a:t>columns</a:t>
            </a:r>
            <a:r>
              <a:rPr dirty="0" sz="17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85">
                <a:solidFill>
                  <a:srgbClr val="FFFFFF"/>
                </a:solidFill>
                <a:latin typeface="Arial Narrow"/>
                <a:cs typeface="Arial Narrow"/>
              </a:rPr>
              <a:t>into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40">
                <a:solidFill>
                  <a:srgbClr val="FFFFFF"/>
                </a:solidFill>
                <a:latin typeface="Arial Narrow"/>
                <a:cs typeface="Arial Narrow"/>
              </a:rPr>
              <a:t>a</a:t>
            </a:r>
            <a:r>
              <a:rPr dirty="0" sz="17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70">
                <a:solidFill>
                  <a:srgbClr val="FFFFFF"/>
                </a:solidFill>
                <a:latin typeface="Arial Narrow"/>
                <a:cs typeface="Arial Narrow"/>
              </a:rPr>
              <a:t>suitable</a:t>
            </a:r>
            <a:r>
              <a:rPr dirty="0" sz="17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60">
                <a:solidFill>
                  <a:srgbClr val="FFFFFF"/>
                </a:solidFill>
                <a:latin typeface="Arial Narrow"/>
                <a:cs typeface="Arial Narrow"/>
              </a:rPr>
              <a:t>format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60">
                <a:solidFill>
                  <a:srgbClr val="FFFFFF"/>
                </a:solidFill>
                <a:latin typeface="Arial Narrow"/>
                <a:cs typeface="Arial Narrow"/>
              </a:rPr>
              <a:t>for</a:t>
            </a:r>
            <a:r>
              <a:rPr dirty="0" sz="17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35">
                <a:solidFill>
                  <a:srgbClr val="FFFFFF"/>
                </a:solidFill>
                <a:latin typeface="Arial Narrow"/>
                <a:cs typeface="Arial Narrow"/>
              </a:rPr>
              <a:t>modeling. </a:t>
            </a:r>
            <a:r>
              <a:rPr dirty="0" sz="1700" spc="145">
                <a:solidFill>
                  <a:srgbClr val="FFFFFF"/>
                </a:solidFill>
                <a:latin typeface="Arial Narrow"/>
                <a:cs typeface="Arial Narrow"/>
              </a:rPr>
              <a:t>Filtering</a:t>
            </a:r>
            <a:r>
              <a:rPr dirty="0" sz="1700" spc="9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54">
                <a:solidFill>
                  <a:srgbClr val="FFFFFF"/>
                </a:solidFill>
                <a:latin typeface="Arial Narrow"/>
                <a:cs typeface="Arial Narrow"/>
              </a:rPr>
              <a:t>data</a:t>
            </a:r>
            <a:r>
              <a:rPr dirty="0" sz="1700" spc="9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>
                <a:solidFill>
                  <a:srgbClr val="FFFFFF"/>
                </a:solidFill>
                <a:latin typeface="Arial Narrow"/>
                <a:cs typeface="Arial Narrow"/>
              </a:rPr>
              <a:t>:</a:t>
            </a:r>
            <a:r>
              <a:rPr dirty="0" sz="1700" spc="95">
                <a:solidFill>
                  <a:srgbClr val="FFFFFF"/>
                </a:solidFill>
                <a:latin typeface="Arial Narrow"/>
                <a:cs typeface="Arial Narrow"/>
              </a:rPr>
              <a:t>  </a:t>
            </a:r>
            <a:r>
              <a:rPr dirty="0" sz="1700" spc="155">
                <a:solidFill>
                  <a:srgbClr val="FFFFFF"/>
                </a:solidFill>
                <a:latin typeface="Arial Narrow"/>
                <a:cs typeface="Arial Narrow"/>
              </a:rPr>
              <a:t>Keep</a:t>
            </a:r>
            <a:r>
              <a:rPr dirty="0" sz="1700" spc="10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50">
                <a:solidFill>
                  <a:srgbClr val="FFFFFF"/>
                </a:solidFill>
                <a:latin typeface="Arial Narrow"/>
                <a:cs typeface="Arial Narrow"/>
              </a:rPr>
              <a:t>only</a:t>
            </a:r>
            <a:r>
              <a:rPr dirty="0" sz="1700" spc="9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85">
                <a:solidFill>
                  <a:srgbClr val="FFFFFF"/>
                </a:solidFill>
                <a:latin typeface="Arial Narrow"/>
                <a:cs typeface="Arial Narrow"/>
              </a:rPr>
              <a:t>relevant</a:t>
            </a:r>
            <a:r>
              <a:rPr dirty="0" sz="1700" spc="10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75">
                <a:solidFill>
                  <a:srgbClr val="FFFFFF"/>
                </a:solidFill>
                <a:latin typeface="Arial Narrow"/>
                <a:cs typeface="Arial Narrow"/>
              </a:rPr>
              <a:t>columns</a:t>
            </a:r>
            <a:r>
              <a:rPr dirty="0" sz="1700" spc="9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>
                <a:solidFill>
                  <a:srgbClr val="FFFFFF"/>
                </a:solidFill>
                <a:latin typeface="Arial Narrow"/>
                <a:cs typeface="Arial Narrow"/>
              </a:rPr>
              <a:t>like</a:t>
            </a:r>
            <a:r>
              <a:rPr dirty="0" sz="1700" spc="9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54">
                <a:solidFill>
                  <a:srgbClr val="FFFFFF"/>
                </a:solidFill>
                <a:latin typeface="Arial Narrow"/>
                <a:cs typeface="Arial Narrow"/>
              </a:rPr>
              <a:t>text</a:t>
            </a:r>
            <a:r>
              <a:rPr dirty="0" sz="1700" spc="10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15">
                <a:solidFill>
                  <a:srgbClr val="FFFFFF"/>
                </a:solidFill>
                <a:latin typeface="Arial Narrow"/>
                <a:cs typeface="Arial Narrow"/>
              </a:rPr>
              <a:t>and</a:t>
            </a:r>
            <a:r>
              <a:rPr dirty="0" sz="1700" spc="9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10">
                <a:solidFill>
                  <a:srgbClr val="FFFFFF"/>
                </a:solidFill>
                <a:latin typeface="Arial Narrow"/>
                <a:cs typeface="Arial Narrow"/>
              </a:rPr>
              <a:t>emotion</a:t>
            </a:r>
            <a:r>
              <a:rPr dirty="0" sz="1700" spc="10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90">
                <a:solidFill>
                  <a:srgbClr val="FFFFFF"/>
                </a:solidFill>
                <a:latin typeface="Arial Narrow"/>
                <a:cs typeface="Arial Narrow"/>
              </a:rPr>
              <a:t>labels.</a:t>
            </a:r>
            <a:endParaRPr sz="1700">
              <a:latin typeface="Arial Narrow"/>
              <a:cs typeface="Arial Narrow"/>
            </a:endParaRPr>
          </a:p>
          <a:p>
            <a:pPr marL="344170">
              <a:lnSpc>
                <a:spcPct val="100000"/>
              </a:lnSpc>
              <a:spcBef>
                <a:spcPts val="285"/>
              </a:spcBef>
            </a:pPr>
            <a:r>
              <a:rPr dirty="0" sz="1700" spc="160">
                <a:solidFill>
                  <a:srgbClr val="FFFFFF"/>
                </a:solidFill>
                <a:latin typeface="Arial Narrow"/>
                <a:cs typeface="Arial Narrow"/>
              </a:rPr>
              <a:t>Example</a:t>
            </a:r>
            <a:r>
              <a:rPr dirty="0" sz="1700" spc="70">
                <a:solidFill>
                  <a:srgbClr val="FFFFFF"/>
                </a:solidFill>
                <a:latin typeface="Arial Narrow"/>
                <a:cs typeface="Arial Narrow"/>
              </a:rPr>
              <a:t>  </a:t>
            </a:r>
            <a:r>
              <a:rPr dirty="0" sz="1700">
                <a:solidFill>
                  <a:srgbClr val="FFFFFF"/>
                </a:solidFill>
                <a:latin typeface="Arial Narrow"/>
                <a:cs typeface="Arial Narrow"/>
              </a:rPr>
              <a:t>:</a:t>
            </a:r>
            <a:r>
              <a:rPr dirty="0" sz="1700" spc="70">
                <a:solidFill>
                  <a:srgbClr val="FFFFFF"/>
                </a:solidFill>
                <a:latin typeface="Arial Narrow"/>
                <a:cs typeface="Arial Narrow"/>
              </a:rPr>
              <a:t>  </a:t>
            </a:r>
            <a:r>
              <a:rPr dirty="0" sz="1700" spc="240">
                <a:solidFill>
                  <a:srgbClr val="FFFFFF"/>
                </a:solidFill>
                <a:latin typeface="Arial Narrow"/>
                <a:cs typeface="Arial Narrow"/>
              </a:rPr>
              <a:t>Drop</a:t>
            </a:r>
            <a:r>
              <a:rPr dirty="0" sz="1700" spc="7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40">
                <a:solidFill>
                  <a:srgbClr val="FFFFFF"/>
                </a:solidFill>
                <a:latin typeface="Arial Narrow"/>
                <a:cs typeface="Arial Narrow"/>
              </a:rPr>
              <a:t>missing</a:t>
            </a:r>
            <a:r>
              <a:rPr dirty="0" sz="1700" spc="7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30">
                <a:solidFill>
                  <a:srgbClr val="FFFFFF"/>
                </a:solidFill>
                <a:latin typeface="Arial Narrow"/>
                <a:cs typeface="Arial Narrow"/>
              </a:rPr>
              <a:t>values</a:t>
            </a:r>
            <a:endParaRPr sz="1700">
              <a:latin typeface="Arial Narrow"/>
              <a:cs typeface="Arial Narrow"/>
            </a:endParaRPr>
          </a:p>
          <a:p>
            <a:pPr marL="1446530">
              <a:lnSpc>
                <a:spcPct val="100000"/>
              </a:lnSpc>
              <a:spcBef>
                <a:spcPts val="285"/>
              </a:spcBef>
            </a:pPr>
            <a:r>
              <a:rPr dirty="0" sz="1700" spc="310">
                <a:solidFill>
                  <a:srgbClr val="FFFFFF"/>
                </a:solidFill>
                <a:latin typeface="Arial Narrow"/>
                <a:cs typeface="Arial Narrow"/>
              </a:rPr>
              <a:t>df</a:t>
            </a:r>
            <a:r>
              <a:rPr dirty="0" sz="1700" spc="7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50">
                <a:solidFill>
                  <a:srgbClr val="FFFFFF"/>
                </a:solidFill>
                <a:latin typeface="Arial Narrow"/>
                <a:cs typeface="Arial Narrow"/>
              </a:rPr>
              <a:t>=</a:t>
            </a:r>
            <a:r>
              <a:rPr dirty="0" sz="1700" spc="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30">
                <a:solidFill>
                  <a:srgbClr val="FFFFFF"/>
                </a:solidFill>
                <a:latin typeface="Arial Narrow"/>
                <a:cs typeface="Arial Narrow"/>
              </a:rPr>
              <a:t>df.dropna()</a:t>
            </a:r>
            <a:endParaRPr sz="1700">
              <a:latin typeface="Arial Narrow"/>
              <a:cs typeface="Arial Narrow"/>
            </a:endParaRPr>
          </a:p>
          <a:p>
            <a:pPr marL="1446530" marR="7484745">
              <a:lnSpc>
                <a:spcPct val="113999"/>
              </a:lnSpc>
            </a:pPr>
            <a:r>
              <a:rPr dirty="0" sz="1700" spc="180">
                <a:solidFill>
                  <a:srgbClr val="FFFFFF"/>
                </a:solidFill>
                <a:latin typeface="Arial Narrow"/>
                <a:cs typeface="Arial Narrow"/>
              </a:rPr>
              <a:t>Select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50">
                <a:solidFill>
                  <a:srgbClr val="FFFFFF"/>
                </a:solidFill>
                <a:latin typeface="Arial Narrow"/>
                <a:cs typeface="Arial Narrow"/>
              </a:rPr>
              <a:t>only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54">
                <a:solidFill>
                  <a:srgbClr val="FFFFFF"/>
                </a:solidFill>
                <a:latin typeface="Arial Narrow"/>
                <a:cs typeface="Arial Narrow"/>
              </a:rPr>
              <a:t>text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15">
                <a:solidFill>
                  <a:srgbClr val="FFFFFF"/>
                </a:solidFill>
                <a:latin typeface="Arial Narrow"/>
                <a:cs typeface="Arial Narrow"/>
              </a:rPr>
              <a:t>and</a:t>
            </a:r>
            <a:r>
              <a:rPr dirty="0" sz="17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15">
                <a:solidFill>
                  <a:srgbClr val="FFFFFF"/>
                </a:solidFill>
                <a:latin typeface="Arial Narrow"/>
                <a:cs typeface="Arial Narrow"/>
              </a:rPr>
              <a:t>some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90">
                <a:solidFill>
                  <a:srgbClr val="FFFFFF"/>
                </a:solidFill>
                <a:latin typeface="Arial Narrow"/>
                <a:cs typeface="Arial Narrow"/>
              </a:rPr>
              <a:t>emotions </a:t>
            </a:r>
            <a:r>
              <a:rPr dirty="0" sz="1700" spc="310">
                <a:solidFill>
                  <a:srgbClr val="FFFFFF"/>
                </a:solidFill>
                <a:latin typeface="Arial Narrow"/>
                <a:cs typeface="Arial Narrow"/>
              </a:rPr>
              <a:t>df</a:t>
            </a:r>
            <a:r>
              <a:rPr dirty="0" sz="1700" spc="13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50">
                <a:solidFill>
                  <a:srgbClr val="FFFFFF"/>
                </a:solidFill>
                <a:latin typeface="Arial Narrow"/>
                <a:cs typeface="Arial Narrow"/>
              </a:rPr>
              <a:t>=</a:t>
            </a:r>
            <a:r>
              <a:rPr dirty="0" sz="1700" spc="13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25">
                <a:solidFill>
                  <a:srgbClr val="FFFFFF"/>
                </a:solidFill>
                <a:latin typeface="Arial Narrow"/>
                <a:cs typeface="Arial Narrow"/>
              </a:rPr>
              <a:t>df[['text',</a:t>
            </a:r>
            <a:r>
              <a:rPr dirty="0" sz="1700" spc="13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>
                <a:solidFill>
                  <a:srgbClr val="FFFFFF"/>
                </a:solidFill>
                <a:latin typeface="Arial Narrow"/>
                <a:cs typeface="Arial Narrow"/>
              </a:rPr>
              <a:t>'joy',</a:t>
            </a:r>
            <a:r>
              <a:rPr dirty="0" sz="1700" spc="13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10">
                <a:solidFill>
                  <a:srgbClr val="FFFFFF"/>
                </a:solidFill>
                <a:latin typeface="Arial Narrow"/>
                <a:cs typeface="Arial Narrow"/>
              </a:rPr>
              <a:t>'anger',</a:t>
            </a:r>
            <a:r>
              <a:rPr dirty="0" sz="1700" spc="13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75">
                <a:solidFill>
                  <a:srgbClr val="FFFFFF"/>
                </a:solidFill>
                <a:latin typeface="Arial Narrow"/>
                <a:cs typeface="Arial Narrow"/>
              </a:rPr>
              <a:t>'sadness']]</a:t>
            </a:r>
            <a:endParaRPr sz="1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700">
              <a:latin typeface="Arial Narrow"/>
              <a:cs typeface="Arial Narrow"/>
            </a:endParaRPr>
          </a:p>
          <a:p>
            <a:pPr marL="5801995">
              <a:lnSpc>
                <a:spcPts val="2530"/>
              </a:lnSpc>
              <a:spcBef>
                <a:spcPts val="5"/>
              </a:spcBef>
            </a:pPr>
            <a:r>
              <a:rPr dirty="0" sz="2200" spc="155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22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Visualization</a:t>
            </a:r>
            <a:r>
              <a:rPr dirty="0" sz="22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5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  <a:p>
            <a:pPr marL="6183630">
              <a:lnSpc>
                <a:spcPts val="1930"/>
              </a:lnSpc>
            </a:pPr>
            <a:r>
              <a:rPr dirty="0" sz="1700" spc="175">
                <a:solidFill>
                  <a:srgbClr val="FFFFFF"/>
                </a:solidFill>
                <a:latin typeface="Arial Narrow"/>
                <a:cs typeface="Arial Narrow"/>
              </a:rPr>
              <a:t>Checking</a:t>
            </a:r>
            <a:r>
              <a:rPr dirty="0" sz="17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40">
                <a:solidFill>
                  <a:srgbClr val="FFFFFF"/>
                </a:solidFill>
                <a:latin typeface="Arial Narrow"/>
                <a:cs typeface="Arial Narrow"/>
              </a:rPr>
              <a:t>missing</a:t>
            </a:r>
            <a:r>
              <a:rPr dirty="0" sz="17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40">
                <a:solidFill>
                  <a:srgbClr val="FFFFFF"/>
                </a:solidFill>
                <a:latin typeface="Arial Narrow"/>
                <a:cs typeface="Arial Narrow"/>
              </a:rPr>
              <a:t>values</a:t>
            </a:r>
            <a:r>
              <a:rPr dirty="0" sz="17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40">
                <a:solidFill>
                  <a:srgbClr val="FFFFFF"/>
                </a:solidFill>
                <a:latin typeface="Arial Narrow"/>
                <a:cs typeface="Arial Narrow"/>
              </a:rPr>
              <a:t>using</a:t>
            </a:r>
            <a:r>
              <a:rPr dirty="0" sz="1700" spc="9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75">
                <a:solidFill>
                  <a:srgbClr val="FFFFFF"/>
                </a:solidFill>
                <a:latin typeface="Arial Narrow"/>
                <a:cs typeface="Arial Narrow"/>
              </a:rPr>
              <a:t>heatmaps.</a:t>
            </a:r>
            <a:endParaRPr sz="1700">
              <a:latin typeface="Arial Narrow"/>
              <a:cs typeface="Arial Narrow"/>
            </a:endParaRPr>
          </a:p>
          <a:p>
            <a:pPr marL="6183630" marR="5080">
              <a:lnSpc>
                <a:spcPct val="113999"/>
              </a:lnSpc>
            </a:pPr>
            <a:r>
              <a:rPr dirty="0" sz="1700" spc="175">
                <a:solidFill>
                  <a:srgbClr val="FFFFFF"/>
                </a:solidFill>
                <a:latin typeface="Arial Narrow"/>
                <a:cs typeface="Arial Narrow"/>
              </a:rPr>
              <a:t>Showing</a:t>
            </a:r>
            <a:r>
              <a:rPr dirty="0" sz="1700" spc="434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10">
                <a:solidFill>
                  <a:srgbClr val="FFFFFF"/>
                </a:solidFill>
                <a:latin typeface="Arial Narrow"/>
                <a:cs typeface="Arial Narrow"/>
              </a:rPr>
              <a:t>emotion</a:t>
            </a:r>
            <a:r>
              <a:rPr dirty="0" sz="1700" spc="44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65">
                <a:solidFill>
                  <a:srgbClr val="FFFFFF"/>
                </a:solidFill>
                <a:latin typeface="Arial Narrow"/>
                <a:cs typeface="Arial Narrow"/>
              </a:rPr>
              <a:t>distribution:</a:t>
            </a:r>
            <a:r>
              <a:rPr dirty="0" sz="1700" spc="44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60">
                <a:solidFill>
                  <a:srgbClr val="FFFFFF"/>
                </a:solidFill>
                <a:latin typeface="Arial Narrow"/>
                <a:cs typeface="Arial Narrow"/>
              </a:rPr>
              <a:t>See</a:t>
            </a:r>
            <a:r>
              <a:rPr dirty="0" sz="1700" spc="44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95">
                <a:solidFill>
                  <a:srgbClr val="FFFFFF"/>
                </a:solidFill>
                <a:latin typeface="Arial Narrow"/>
                <a:cs typeface="Arial Narrow"/>
              </a:rPr>
              <a:t>which</a:t>
            </a:r>
            <a:r>
              <a:rPr dirty="0" sz="1700" spc="44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00">
                <a:solidFill>
                  <a:srgbClr val="FFFFFF"/>
                </a:solidFill>
                <a:latin typeface="Arial Narrow"/>
                <a:cs typeface="Arial Narrow"/>
              </a:rPr>
              <a:t>emotions</a:t>
            </a:r>
            <a:r>
              <a:rPr dirty="0" sz="1700" spc="44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35">
                <a:solidFill>
                  <a:srgbClr val="FFFFFF"/>
                </a:solidFill>
                <a:latin typeface="Arial Narrow"/>
                <a:cs typeface="Arial Narrow"/>
              </a:rPr>
              <a:t>are</a:t>
            </a:r>
            <a:r>
              <a:rPr dirty="0" sz="1700" spc="44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29">
                <a:solidFill>
                  <a:srgbClr val="FFFFFF"/>
                </a:solidFill>
                <a:latin typeface="Arial Narrow"/>
                <a:cs typeface="Arial Narrow"/>
              </a:rPr>
              <a:t>more </a:t>
            </a:r>
            <a:r>
              <a:rPr dirty="0" sz="1700" spc="195">
                <a:solidFill>
                  <a:srgbClr val="FFFFFF"/>
                </a:solidFill>
                <a:latin typeface="Arial Narrow"/>
                <a:cs typeface="Arial Narrow"/>
              </a:rPr>
              <a:t>common.</a:t>
            </a:r>
            <a:endParaRPr sz="1700">
              <a:latin typeface="Arial Narrow"/>
              <a:cs typeface="Arial Narrow"/>
            </a:endParaRPr>
          </a:p>
          <a:p>
            <a:pPr marL="6183630" marR="779780">
              <a:lnSpc>
                <a:spcPct val="113999"/>
              </a:lnSpc>
            </a:pPr>
            <a:r>
              <a:rPr dirty="0" sz="1700" spc="150">
                <a:solidFill>
                  <a:srgbClr val="FFFFFF"/>
                </a:solidFill>
                <a:latin typeface="Arial Narrow"/>
                <a:cs typeface="Arial Narrow"/>
              </a:rPr>
              <a:t>Analyzing</a:t>
            </a:r>
            <a:r>
              <a:rPr dirty="0" sz="1700" spc="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54">
                <a:solidFill>
                  <a:srgbClr val="FFFFFF"/>
                </a:solidFill>
                <a:latin typeface="Arial Narrow"/>
                <a:cs typeface="Arial Narrow"/>
              </a:rPr>
              <a:t>text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50">
                <a:solidFill>
                  <a:srgbClr val="FFFFFF"/>
                </a:solidFill>
                <a:latin typeface="Arial Narrow"/>
                <a:cs typeface="Arial Narrow"/>
              </a:rPr>
              <a:t>length: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40">
                <a:solidFill>
                  <a:srgbClr val="FFFFFF"/>
                </a:solidFill>
                <a:latin typeface="Arial Narrow"/>
                <a:cs typeface="Arial Narrow"/>
              </a:rPr>
              <a:t>How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55">
                <a:solidFill>
                  <a:srgbClr val="FFFFFF"/>
                </a:solidFill>
                <a:latin typeface="Arial Narrow"/>
                <a:cs typeface="Arial Narrow"/>
              </a:rPr>
              <a:t>long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35">
                <a:solidFill>
                  <a:srgbClr val="FFFFFF"/>
                </a:solidFill>
                <a:latin typeface="Arial Narrow"/>
                <a:cs typeface="Arial Narrow"/>
              </a:rPr>
              <a:t>are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40">
                <a:solidFill>
                  <a:srgbClr val="FFFFFF"/>
                </a:solidFill>
                <a:latin typeface="Arial Narrow"/>
                <a:cs typeface="Arial Narrow"/>
              </a:rPr>
              <a:t>the</a:t>
            </a:r>
            <a:r>
              <a:rPr dirty="0" sz="1700" spc="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54">
                <a:solidFill>
                  <a:srgbClr val="FFFFFF"/>
                </a:solidFill>
                <a:latin typeface="Arial Narrow"/>
                <a:cs typeface="Arial Narrow"/>
              </a:rPr>
              <a:t>text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50">
                <a:solidFill>
                  <a:srgbClr val="FFFFFF"/>
                </a:solidFill>
                <a:latin typeface="Arial Narrow"/>
                <a:cs typeface="Arial Narrow"/>
              </a:rPr>
              <a:t>messages? </a:t>
            </a:r>
            <a:r>
              <a:rPr dirty="0" sz="1700" spc="160">
                <a:solidFill>
                  <a:srgbClr val="FFFFFF"/>
                </a:solidFill>
                <a:latin typeface="Arial Narrow"/>
                <a:cs typeface="Arial Narrow"/>
              </a:rPr>
              <a:t>Example</a:t>
            </a:r>
            <a:r>
              <a:rPr dirty="0" sz="1700" spc="7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>
                <a:solidFill>
                  <a:srgbClr val="FFFFFF"/>
                </a:solidFill>
                <a:latin typeface="Arial Narrow"/>
                <a:cs typeface="Arial Narrow"/>
              </a:rPr>
              <a:t>:</a:t>
            </a:r>
            <a:r>
              <a:rPr dirty="0" sz="1700" spc="70">
                <a:solidFill>
                  <a:srgbClr val="FFFFFF"/>
                </a:solidFill>
                <a:latin typeface="Arial Narrow"/>
                <a:cs typeface="Arial Narrow"/>
              </a:rPr>
              <a:t>  </a:t>
            </a:r>
            <a:r>
              <a:rPr dirty="0" sz="1700" spc="290">
                <a:solidFill>
                  <a:srgbClr val="FFFFFF"/>
                </a:solidFill>
                <a:latin typeface="Arial Narrow"/>
                <a:cs typeface="Arial Narrow"/>
              </a:rPr>
              <a:t>mport</a:t>
            </a:r>
            <a:r>
              <a:rPr dirty="0" sz="1700" spc="7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80">
                <a:solidFill>
                  <a:srgbClr val="FFFFFF"/>
                </a:solidFill>
                <a:latin typeface="Arial Narrow"/>
                <a:cs typeface="Arial Narrow"/>
              </a:rPr>
              <a:t>matplotlib.pyplot</a:t>
            </a:r>
            <a:r>
              <a:rPr dirty="0" sz="1700" spc="7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55">
                <a:solidFill>
                  <a:srgbClr val="FFFFFF"/>
                </a:solidFill>
                <a:latin typeface="Arial Narrow"/>
                <a:cs typeface="Arial Narrow"/>
              </a:rPr>
              <a:t>as</a:t>
            </a:r>
            <a:r>
              <a:rPr dirty="0" sz="1700" spc="7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80">
                <a:solidFill>
                  <a:srgbClr val="FFFFFF"/>
                </a:solidFill>
                <a:latin typeface="Arial Narrow"/>
                <a:cs typeface="Arial Narrow"/>
              </a:rPr>
              <a:t>plt</a:t>
            </a:r>
            <a:endParaRPr sz="1700">
              <a:latin typeface="Arial Narrow"/>
              <a:cs typeface="Arial Narrow"/>
            </a:endParaRPr>
          </a:p>
          <a:p>
            <a:pPr marL="7285990">
              <a:lnSpc>
                <a:spcPct val="100000"/>
              </a:lnSpc>
              <a:spcBef>
                <a:spcPts val="280"/>
              </a:spcBef>
            </a:pPr>
            <a:r>
              <a:rPr dirty="0" sz="1700" spc="240">
                <a:solidFill>
                  <a:srgbClr val="FFFFFF"/>
                </a:solidFill>
                <a:latin typeface="Arial Narrow"/>
                <a:cs typeface="Arial Narrow"/>
              </a:rPr>
              <a:t>Count</a:t>
            </a:r>
            <a:r>
              <a:rPr dirty="0" sz="1700" spc="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85">
                <a:solidFill>
                  <a:srgbClr val="FFFFFF"/>
                </a:solidFill>
                <a:latin typeface="Arial Narrow"/>
                <a:cs typeface="Arial Narrow"/>
              </a:rPr>
              <a:t>of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90">
                <a:solidFill>
                  <a:srgbClr val="FFFFFF"/>
                </a:solidFill>
                <a:latin typeface="Arial Narrow"/>
                <a:cs typeface="Arial Narrow"/>
              </a:rPr>
              <a:t>each</a:t>
            </a: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200">
                <a:solidFill>
                  <a:srgbClr val="FFFFFF"/>
                </a:solidFill>
                <a:latin typeface="Arial Narrow"/>
                <a:cs typeface="Arial Narrow"/>
              </a:rPr>
              <a:t>emotion</a:t>
            </a:r>
            <a:endParaRPr sz="1700">
              <a:latin typeface="Arial Narrow"/>
              <a:cs typeface="Arial Narrow"/>
            </a:endParaRPr>
          </a:p>
          <a:p>
            <a:pPr marL="7285990" marR="851535" indent="-59055">
              <a:lnSpc>
                <a:spcPct val="113999"/>
              </a:lnSpc>
            </a:pPr>
            <a:r>
              <a:rPr dirty="0" sz="1700" spc="85">
                <a:solidFill>
                  <a:srgbClr val="FFFFFF"/>
                </a:solidFill>
                <a:latin typeface="Arial Narrow"/>
                <a:cs typeface="Arial Narrow"/>
              </a:rPr>
              <a:t>df[['joy',</a:t>
            </a:r>
            <a:r>
              <a:rPr dirty="0" sz="1700" spc="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10">
                <a:solidFill>
                  <a:srgbClr val="FFFFFF"/>
                </a:solidFill>
                <a:latin typeface="Arial Narrow"/>
                <a:cs typeface="Arial Narrow"/>
              </a:rPr>
              <a:t>'anger',</a:t>
            </a:r>
            <a:r>
              <a:rPr dirty="0" sz="1700" spc="80">
                <a:solidFill>
                  <a:srgbClr val="FFFFFF"/>
                </a:solidFill>
                <a:latin typeface="Arial Narrow"/>
                <a:cs typeface="Arial Narrow"/>
              </a:rPr>
              <a:t> 'sadness']].sum().plot(kind='bar') </a:t>
            </a:r>
            <a:r>
              <a:rPr dirty="0" sz="1700" spc="140">
                <a:solidFill>
                  <a:srgbClr val="FFFFFF"/>
                </a:solidFill>
                <a:latin typeface="Arial Narrow"/>
                <a:cs typeface="Arial Narrow"/>
              </a:rPr>
              <a:t>plt.title("Emotion</a:t>
            </a:r>
            <a:r>
              <a:rPr dirty="0" sz="1700" spc="9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700" spc="130">
                <a:solidFill>
                  <a:srgbClr val="FFFFFF"/>
                </a:solidFill>
                <a:latin typeface="Arial Narrow"/>
                <a:cs typeface="Arial Narrow"/>
              </a:rPr>
              <a:t>Distribution")</a:t>
            </a:r>
            <a:endParaRPr sz="1700">
              <a:latin typeface="Arial Narrow"/>
              <a:cs typeface="Arial Narrow"/>
            </a:endParaRPr>
          </a:p>
          <a:p>
            <a:pPr marL="7285990">
              <a:lnSpc>
                <a:spcPct val="100000"/>
              </a:lnSpc>
              <a:spcBef>
                <a:spcPts val="285"/>
              </a:spcBef>
            </a:pPr>
            <a:r>
              <a:rPr dirty="0" sz="1700" spc="110">
                <a:solidFill>
                  <a:srgbClr val="FFFFFF"/>
                </a:solidFill>
                <a:latin typeface="Arial Narrow"/>
                <a:cs typeface="Arial Narrow"/>
              </a:rPr>
              <a:t>plt.show()</a:t>
            </a:r>
            <a:endParaRPr sz="1700">
              <a:latin typeface="Arial Narrow"/>
              <a:cs typeface="Arial Narrow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6451355" y="9233727"/>
            <a:ext cx="941069" cy="267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05"/>
              </a:lnSpc>
            </a:pPr>
            <a:r>
              <a:rPr dirty="0" sz="1900" spc="240">
                <a:solidFill>
                  <a:srgbClr val="FFFFFF"/>
                </a:solidFill>
                <a:latin typeface="Arial Narrow"/>
                <a:cs typeface="Arial Narrow"/>
              </a:rPr>
              <a:t>page</a:t>
            </a:r>
            <a:r>
              <a:rPr dirty="0" sz="1900" spc="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900" spc="229">
                <a:solidFill>
                  <a:srgbClr val="FFFFFF"/>
                </a:solidFill>
                <a:latin typeface="Arial Narrow"/>
                <a:cs typeface="Arial Narrow"/>
              </a:rPr>
              <a:t>07</a:t>
            </a:r>
            <a:endParaRPr sz="19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39992" y="375336"/>
            <a:ext cx="480059" cy="409575"/>
            <a:chOff x="339992" y="375336"/>
            <a:chExt cx="480059" cy="4095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221" y="375336"/>
              <a:ext cx="347205" cy="40957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9992" y="539953"/>
              <a:ext cx="442361" cy="244958"/>
            </a:xfrm>
            <a:prstGeom prst="rect">
              <a:avLst/>
            </a:prstGeom>
          </p:spPr>
        </p:pic>
      </p:grpSp>
      <p:sp>
        <p:nvSpPr>
          <p:cNvPr id="5" name="object 5" descr=""/>
          <p:cNvSpPr/>
          <p:nvPr/>
        </p:nvSpPr>
        <p:spPr>
          <a:xfrm>
            <a:off x="1824273" y="375337"/>
            <a:ext cx="915035" cy="715645"/>
          </a:xfrm>
          <a:custGeom>
            <a:avLst/>
            <a:gdLst/>
            <a:ahLst/>
            <a:cxnLst/>
            <a:rect l="l" t="t" r="r" b="b"/>
            <a:pathLst>
              <a:path w="915035" h="715644">
                <a:moveTo>
                  <a:pt x="359792" y="715565"/>
                </a:moveTo>
                <a:lnTo>
                  <a:pt x="0" y="715565"/>
                </a:lnTo>
                <a:lnTo>
                  <a:pt x="0" y="415671"/>
                </a:lnTo>
                <a:lnTo>
                  <a:pt x="2189" y="355333"/>
                </a:lnTo>
                <a:lnTo>
                  <a:pt x="8757" y="300086"/>
                </a:lnTo>
                <a:lnTo>
                  <a:pt x="19698" y="249927"/>
                </a:lnTo>
                <a:lnTo>
                  <a:pt x="35010" y="204852"/>
                </a:lnTo>
                <a:lnTo>
                  <a:pt x="54689" y="164858"/>
                </a:lnTo>
                <a:lnTo>
                  <a:pt x="78731" y="129941"/>
                </a:lnTo>
                <a:lnTo>
                  <a:pt x="107133" y="100098"/>
                </a:lnTo>
                <a:lnTo>
                  <a:pt x="139572" y="74649"/>
                </a:lnTo>
                <a:lnTo>
                  <a:pt x="175724" y="52916"/>
                </a:lnTo>
                <a:lnTo>
                  <a:pt x="215585" y="34900"/>
                </a:lnTo>
                <a:lnTo>
                  <a:pt x="259151" y="20600"/>
                </a:lnTo>
                <a:lnTo>
                  <a:pt x="306421" y="10017"/>
                </a:lnTo>
                <a:lnTo>
                  <a:pt x="357389" y="3150"/>
                </a:lnTo>
                <a:lnTo>
                  <a:pt x="412053" y="0"/>
                </a:lnTo>
                <a:lnTo>
                  <a:pt x="413862" y="144319"/>
                </a:lnTo>
                <a:lnTo>
                  <a:pt x="353181" y="154609"/>
                </a:lnTo>
                <a:lnTo>
                  <a:pt x="305232" y="171460"/>
                </a:lnTo>
                <a:lnTo>
                  <a:pt x="269062" y="195034"/>
                </a:lnTo>
                <a:lnTo>
                  <a:pt x="243717" y="225493"/>
                </a:lnTo>
                <a:lnTo>
                  <a:pt x="228246" y="262997"/>
                </a:lnTo>
                <a:lnTo>
                  <a:pt x="221695" y="307710"/>
                </a:lnTo>
                <a:lnTo>
                  <a:pt x="222990" y="355333"/>
                </a:lnTo>
                <a:lnTo>
                  <a:pt x="223111" y="359792"/>
                </a:lnTo>
                <a:lnTo>
                  <a:pt x="359792" y="359792"/>
                </a:lnTo>
                <a:lnTo>
                  <a:pt x="359792" y="715565"/>
                </a:lnTo>
                <a:close/>
              </a:path>
              <a:path w="915035" h="715644">
                <a:moveTo>
                  <a:pt x="862698" y="715565"/>
                </a:moveTo>
                <a:lnTo>
                  <a:pt x="502905" y="715565"/>
                </a:lnTo>
                <a:lnTo>
                  <a:pt x="502905" y="415671"/>
                </a:lnTo>
                <a:lnTo>
                  <a:pt x="505095" y="355333"/>
                </a:lnTo>
                <a:lnTo>
                  <a:pt x="511663" y="300086"/>
                </a:lnTo>
                <a:lnTo>
                  <a:pt x="522604" y="249927"/>
                </a:lnTo>
                <a:lnTo>
                  <a:pt x="537916" y="204852"/>
                </a:lnTo>
                <a:lnTo>
                  <a:pt x="557595" y="164858"/>
                </a:lnTo>
                <a:lnTo>
                  <a:pt x="581637" y="129941"/>
                </a:lnTo>
                <a:lnTo>
                  <a:pt x="610039" y="100098"/>
                </a:lnTo>
                <a:lnTo>
                  <a:pt x="642478" y="74649"/>
                </a:lnTo>
                <a:lnTo>
                  <a:pt x="678629" y="52916"/>
                </a:lnTo>
                <a:lnTo>
                  <a:pt x="718490" y="34900"/>
                </a:lnTo>
                <a:lnTo>
                  <a:pt x="762057" y="20600"/>
                </a:lnTo>
                <a:lnTo>
                  <a:pt x="809327" y="10017"/>
                </a:lnTo>
                <a:lnTo>
                  <a:pt x="860295" y="3150"/>
                </a:lnTo>
                <a:lnTo>
                  <a:pt x="914959" y="0"/>
                </a:lnTo>
                <a:lnTo>
                  <a:pt x="914959" y="145726"/>
                </a:lnTo>
                <a:lnTo>
                  <a:pt x="854378" y="155875"/>
                </a:lnTo>
                <a:lnTo>
                  <a:pt x="806687" y="172500"/>
                </a:lnTo>
                <a:lnTo>
                  <a:pt x="770870" y="195803"/>
                </a:lnTo>
                <a:lnTo>
                  <a:pt x="745911" y="225983"/>
                </a:lnTo>
                <a:lnTo>
                  <a:pt x="730793" y="263241"/>
                </a:lnTo>
                <a:lnTo>
                  <a:pt x="724501" y="307777"/>
                </a:lnTo>
                <a:lnTo>
                  <a:pt x="726017" y="359792"/>
                </a:lnTo>
                <a:lnTo>
                  <a:pt x="862698" y="359792"/>
                </a:lnTo>
                <a:lnTo>
                  <a:pt x="862698" y="715565"/>
                </a:lnTo>
                <a:close/>
              </a:path>
            </a:pathLst>
          </a:custGeom>
          <a:solidFill>
            <a:srgbClr val="FFFFFF">
              <a:alpha val="17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834625" y="2035503"/>
            <a:ext cx="5643880" cy="4531995"/>
            <a:chOff x="834625" y="2035503"/>
            <a:chExt cx="5643880" cy="4531995"/>
          </a:xfrm>
        </p:grpSpPr>
        <p:sp>
          <p:nvSpPr>
            <p:cNvPr id="7" name="object 7" descr=""/>
            <p:cNvSpPr/>
            <p:nvPr/>
          </p:nvSpPr>
          <p:spPr>
            <a:xfrm>
              <a:off x="834625" y="2035503"/>
              <a:ext cx="5643880" cy="3411854"/>
            </a:xfrm>
            <a:custGeom>
              <a:avLst/>
              <a:gdLst/>
              <a:ahLst/>
              <a:cxnLst/>
              <a:rect l="l" t="t" r="r" b="b"/>
              <a:pathLst>
                <a:path w="5643880" h="3411854">
                  <a:moveTo>
                    <a:pt x="5643419" y="3411698"/>
                  </a:moveTo>
                  <a:lnTo>
                    <a:pt x="0" y="3411698"/>
                  </a:lnTo>
                  <a:lnTo>
                    <a:pt x="0" y="257269"/>
                  </a:lnTo>
                  <a:lnTo>
                    <a:pt x="4144" y="211027"/>
                  </a:lnTo>
                  <a:lnTo>
                    <a:pt x="16095" y="167504"/>
                  </a:lnTo>
                  <a:lnTo>
                    <a:pt x="35126" y="127425"/>
                  </a:lnTo>
                  <a:lnTo>
                    <a:pt x="60509" y="91518"/>
                  </a:lnTo>
                  <a:lnTo>
                    <a:pt x="91518" y="60510"/>
                  </a:lnTo>
                  <a:lnTo>
                    <a:pt x="127425" y="35127"/>
                  </a:lnTo>
                  <a:lnTo>
                    <a:pt x="167505" y="16096"/>
                  </a:lnTo>
                  <a:lnTo>
                    <a:pt x="211029" y="4145"/>
                  </a:lnTo>
                  <a:lnTo>
                    <a:pt x="257271" y="0"/>
                  </a:lnTo>
                  <a:lnTo>
                    <a:pt x="5387316" y="0"/>
                  </a:lnTo>
                  <a:lnTo>
                    <a:pt x="5433556" y="4145"/>
                  </a:lnTo>
                  <a:lnTo>
                    <a:pt x="5477080" y="16096"/>
                  </a:lnTo>
                  <a:lnTo>
                    <a:pt x="5517160" y="35127"/>
                  </a:lnTo>
                  <a:lnTo>
                    <a:pt x="5553069" y="60510"/>
                  </a:lnTo>
                  <a:lnTo>
                    <a:pt x="5584080" y="91518"/>
                  </a:lnTo>
                  <a:lnTo>
                    <a:pt x="5609466" y="127425"/>
                  </a:lnTo>
                  <a:lnTo>
                    <a:pt x="5628499" y="167504"/>
                  </a:lnTo>
                  <a:lnTo>
                    <a:pt x="5640452" y="211027"/>
                  </a:lnTo>
                  <a:lnTo>
                    <a:pt x="5643419" y="244117"/>
                  </a:lnTo>
                  <a:lnTo>
                    <a:pt x="5643419" y="266870"/>
                  </a:lnTo>
                  <a:lnTo>
                    <a:pt x="238071" y="266870"/>
                  </a:lnTo>
                  <a:lnTo>
                    <a:pt x="238071" y="3165969"/>
                  </a:lnTo>
                  <a:lnTo>
                    <a:pt x="5643419" y="3165969"/>
                  </a:lnTo>
                  <a:lnTo>
                    <a:pt x="5643419" y="3411698"/>
                  </a:lnTo>
                  <a:close/>
                </a:path>
                <a:path w="5643880" h="3411854">
                  <a:moveTo>
                    <a:pt x="5643419" y="3165969"/>
                  </a:moveTo>
                  <a:lnTo>
                    <a:pt x="5398838" y="3165969"/>
                  </a:lnTo>
                  <a:lnTo>
                    <a:pt x="5398838" y="266870"/>
                  </a:lnTo>
                  <a:lnTo>
                    <a:pt x="5643419" y="266870"/>
                  </a:lnTo>
                  <a:lnTo>
                    <a:pt x="5643419" y="3165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34625" y="5448177"/>
              <a:ext cx="5643880" cy="526415"/>
            </a:xfrm>
            <a:custGeom>
              <a:avLst/>
              <a:gdLst/>
              <a:ahLst/>
              <a:cxnLst/>
              <a:rect l="l" t="t" r="r" b="b"/>
              <a:pathLst>
                <a:path w="5643880" h="526414">
                  <a:moveTo>
                    <a:pt x="5387316" y="526054"/>
                  </a:moveTo>
                  <a:lnTo>
                    <a:pt x="257271" y="526054"/>
                  </a:lnTo>
                  <a:lnTo>
                    <a:pt x="211029" y="521909"/>
                  </a:lnTo>
                  <a:lnTo>
                    <a:pt x="167505" y="509958"/>
                  </a:lnTo>
                  <a:lnTo>
                    <a:pt x="127425" y="490928"/>
                  </a:lnTo>
                  <a:lnTo>
                    <a:pt x="91518" y="465546"/>
                  </a:lnTo>
                  <a:lnTo>
                    <a:pt x="60509" y="434537"/>
                  </a:lnTo>
                  <a:lnTo>
                    <a:pt x="35126" y="398629"/>
                  </a:lnTo>
                  <a:lnTo>
                    <a:pt x="16095" y="358548"/>
                  </a:lnTo>
                  <a:lnTo>
                    <a:pt x="4144" y="315020"/>
                  </a:lnTo>
                  <a:lnTo>
                    <a:pt x="0" y="268772"/>
                  </a:lnTo>
                  <a:lnTo>
                    <a:pt x="0" y="0"/>
                  </a:lnTo>
                  <a:lnTo>
                    <a:pt x="5643419" y="0"/>
                  </a:lnTo>
                  <a:lnTo>
                    <a:pt x="5643419" y="281925"/>
                  </a:lnTo>
                  <a:lnTo>
                    <a:pt x="5628499" y="358548"/>
                  </a:lnTo>
                  <a:lnTo>
                    <a:pt x="5609466" y="398629"/>
                  </a:lnTo>
                  <a:lnTo>
                    <a:pt x="5584080" y="434537"/>
                  </a:lnTo>
                  <a:lnTo>
                    <a:pt x="5553069" y="465546"/>
                  </a:lnTo>
                  <a:lnTo>
                    <a:pt x="5517160" y="490928"/>
                  </a:lnTo>
                  <a:lnTo>
                    <a:pt x="5477080" y="509958"/>
                  </a:lnTo>
                  <a:lnTo>
                    <a:pt x="5433556" y="521909"/>
                  </a:lnTo>
                  <a:lnTo>
                    <a:pt x="5387316" y="526054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675025" y="5974231"/>
              <a:ext cx="1962150" cy="593725"/>
            </a:xfrm>
            <a:custGeom>
              <a:avLst/>
              <a:gdLst/>
              <a:ahLst/>
              <a:cxnLst/>
              <a:rect l="l" t="t" r="r" b="b"/>
              <a:pathLst>
                <a:path w="1962150" h="593725">
                  <a:moveTo>
                    <a:pt x="1955205" y="593265"/>
                  </a:moveTo>
                  <a:lnTo>
                    <a:pt x="6662" y="593265"/>
                  </a:lnTo>
                  <a:lnTo>
                    <a:pt x="3420" y="592169"/>
                  </a:lnTo>
                  <a:lnTo>
                    <a:pt x="90" y="587254"/>
                  </a:lnTo>
                  <a:lnTo>
                    <a:pt x="0" y="581258"/>
                  </a:lnTo>
                  <a:lnTo>
                    <a:pt x="3690" y="575980"/>
                  </a:lnTo>
                  <a:lnTo>
                    <a:pt x="25345" y="566132"/>
                  </a:lnTo>
                  <a:lnTo>
                    <a:pt x="53900" y="560448"/>
                  </a:lnTo>
                  <a:lnTo>
                    <a:pt x="124062" y="552658"/>
                  </a:lnTo>
                  <a:lnTo>
                    <a:pt x="161844" y="546094"/>
                  </a:lnTo>
                  <a:lnTo>
                    <a:pt x="198878" y="534779"/>
                  </a:lnTo>
                  <a:lnTo>
                    <a:pt x="233250" y="516484"/>
                  </a:lnTo>
                  <a:lnTo>
                    <a:pt x="263049" y="488980"/>
                  </a:lnTo>
                  <a:lnTo>
                    <a:pt x="286363" y="450038"/>
                  </a:lnTo>
                  <a:lnTo>
                    <a:pt x="301278" y="397428"/>
                  </a:lnTo>
                  <a:lnTo>
                    <a:pt x="312663" y="325347"/>
                  </a:lnTo>
                  <a:lnTo>
                    <a:pt x="320358" y="259921"/>
                  </a:lnTo>
                  <a:lnTo>
                    <a:pt x="327872" y="163892"/>
                  </a:lnTo>
                  <a:lnTo>
                    <a:pt x="338717" y="0"/>
                  </a:lnTo>
                  <a:lnTo>
                    <a:pt x="1623141" y="0"/>
                  </a:lnTo>
                  <a:lnTo>
                    <a:pt x="1626294" y="45630"/>
                  </a:lnTo>
                  <a:lnTo>
                    <a:pt x="1634670" y="154800"/>
                  </a:lnTo>
                  <a:lnTo>
                    <a:pt x="1646647" y="285927"/>
                  </a:lnTo>
                  <a:lnTo>
                    <a:pt x="1660601" y="397428"/>
                  </a:lnTo>
                  <a:lnTo>
                    <a:pt x="1675514" y="450038"/>
                  </a:lnTo>
                  <a:lnTo>
                    <a:pt x="1698826" y="488980"/>
                  </a:lnTo>
                  <a:lnTo>
                    <a:pt x="1728624" y="516484"/>
                  </a:lnTo>
                  <a:lnTo>
                    <a:pt x="1762995" y="534779"/>
                  </a:lnTo>
                  <a:lnTo>
                    <a:pt x="1800028" y="546094"/>
                  </a:lnTo>
                  <a:lnTo>
                    <a:pt x="1837809" y="552658"/>
                  </a:lnTo>
                  <a:lnTo>
                    <a:pt x="1907970" y="560448"/>
                  </a:lnTo>
                  <a:lnTo>
                    <a:pt x="1936524" y="566132"/>
                  </a:lnTo>
                  <a:lnTo>
                    <a:pt x="1958177" y="575980"/>
                  </a:lnTo>
                  <a:lnTo>
                    <a:pt x="1961868" y="581258"/>
                  </a:lnTo>
                  <a:lnTo>
                    <a:pt x="1961778" y="587254"/>
                  </a:lnTo>
                  <a:lnTo>
                    <a:pt x="1958447" y="592169"/>
                  </a:lnTo>
                  <a:lnTo>
                    <a:pt x="1955205" y="593265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2697" y="2302373"/>
              <a:ext cx="5160751" cy="2899089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15561175" y="894841"/>
            <a:ext cx="107886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229">
                <a:solidFill>
                  <a:srgbClr val="FFFFFF"/>
                </a:solidFill>
                <a:latin typeface="Arial Narrow"/>
                <a:cs typeface="Arial Narrow"/>
              </a:rPr>
              <a:t>next</a:t>
            </a:r>
            <a:r>
              <a:rPr dirty="0" sz="19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900" spc="125">
                <a:solidFill>
                  <a:srgbClr val="FFFFFF"/>
                </a:solidFill>
                <a:latin typeface="Arial Narrow"/>
                <a:cs typeface="Arial Narrow"/>
              </a:rPr>
              <a:t>slide</a:t>
            </a:r>
            <a:endParaRPr sz="1900">
              <a:latin typeface="Arial Narrow"/>
              <a:cs typeface="Arial Narrow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726760" y="577581"/>
            <a:ext cx="9076055" cy="1168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4074" sz="11250" spc="630"/>
              <a:t>D</a:t>
            </a:r>
            <a:r>
              <a:rPr dirty="0" baseline="4074" sz="11250" spc="254"/>
              <a:t>A</a:t>
            </a:r>
            <a:r>
              <a:rPr dirty="0" baseline="4074" sz="11250" spc="202"/>
              <a:t>T</a:t>
            </a:r>
            <a:r>
              <a:rPr dirty="0" baseline="4074" sz="11250" spc="1095"/>
              <a:t>A</a:t>
            </a:r>
            <a:r>
              <a:rPr dirty="0" baseline="4074" sz="11250" spc="7"/>
              <a:t> </a:t>
            </a:r>
            <a:r>
              <a:rPr dirty="0" sz="7500" spc="120" b="1">
                <a:latin typeface="Arial"/>
                <a:cs typeface="Arial"/>
              </a:rPr>
              <a:t>PROCESSING</a:t>
            </a:r>
            <a:endParaRPr sz="7500">
              <a:latin typeface="Arial"/>
              <a:cs typeface="Arial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59276" y="2563475"/>
            <a:ext cx="85725" cy="8572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59276" y="2963525"/>
            <a:ext cx="85725" cy="8572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59276" y="3763626"/>
            <a:ext cx="85725" cy="85725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559276" y="4163676"/>
            <a:ext cx="85725" cy="85725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59276" y="4963776"/>
            <a:ext cx="85725" cy="85725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559276" y="5763876"/>
            <a:ext cx="85725" cy="85725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559276" y="6563976"/>
            <a:ext cx="85725" cy="85725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559276" y="6964026"/>
            <a:ext cx="85725" cy="85725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559276" y="7364076"/>
            <a:ext cx="85725" cy="85725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559276" y="8164176"/>
            <a:ext cx="85725" cy="85725"/>
          </a:xfrm>
          <a:prstGeom prst="rect">
            <a:avLst/>
          </a:prstGeom>
        </p:spPr>
      </p:pic>
      <p:sp>
        <p:nvSpPr>
          <p:cNvPr id="23" name="object 2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2229" rIns="0" bIns="0" rtlCol="0" vert="horz">
            <a:spAutoFit/>
          </a:bodyPr>
          <a:lstStyle/>
          <a:p>
            <a:pPr marL="271780" indent="-222885">
              <a:lnSpc>
                <a:spcPct val="100000"/>
              </a:lnSpc>
              <a:spcBef>
                <a:spcPts val="489"/>
              </a:spcBef>
              <a:buAutoNum type="arabicPeriod"/>
              <a:tabLst>
                <a:tab pos="271780" algn="l"/>
              </a:tabLst>
            </a:pPr>
            <a:r>
              <a:rPr dirty="0" spc="210"/>
              <a:t>Loading</a:t>
            </a:r>
            <a:r>
              <a:rPr dirty="0" spc="120"/>
              <a:t> </a:t>
            </a:r>
            <a:r>
              <a:rPr dirty="0" spc="235"/>
              <a:t>Data:</a:t>
            </a:r>
          </a:p>
          <a:p>
            <a:pPr marL="769620" marR="2552700">
              <a:lnSpc>
                <a:spcPct val="114100"/>
              </a:lnSpc>
            </a:pPr>
            <a:r>
              <a:rPr dirty="0" spc="240"/>
              <a:t>Read</a:t>
            </a:r>
            <a:r>
              <a:rPr dirty="0" spc="110"/>
              <a:t> </a:t>
            </a:r>
            <a:r>
              <a:rPr dirty="0" spc="325"/>
              <a:t>the</a:t>
            </a:r>
            <a:r>
              <a:rPr dirty="0" spc="110"/>
              <a:t> </a:t>
            </a:r>
            <a:r>
              <a:rPr dirty="0" spc="229"/>
              <a:t>CSV</a:t>
            </a:r>
            <a:r>
              <a:rPr dirty="0" spc="114"/>
              <a:t> </a:t>
            </a:r>
            <a:r>
              <a:rPr dirty="0" spc="185"/>
              <a:t>file</a:t>
            </a:r>
            <a:r>
              <a:rPr dirty="0" spc="110"/>
              <a:t> </a:t>
            </a:r>
            <a:r>
              <a:rPr dirty="0" spc="240"/>
              <a:t>(Go-</a:t>
            </a:r>
            <a:r>
              <a:rPr dirty="0" spc="200"/>
              <a:t>Emotions)</a:t>
            </a:r>
            <a:r>
              <a:rPr dirty="0" spc="114"/>
              <a:t> </a:t>
            </a:r>
            <a:r>
              <a:rPr dirty="0" spc="250"/>
              <a:t>into</a:t>
            </a:r>
            <a:r>
              <a:rPr dirty="0" spc="110"/>
              <a:t> </a:t>
            </a:r>
            <a:r>
              <a:rPr dirty="0" spc="290"/>
              <a:t>Python</a:t>
            </a:r>
            <a:r>
              <a:rPr dirty="0" spc="110"/>
              <a:t> </a:t>
            </a:r>
            <a:r>
              <a:rPr dirty="0" spc="190"/>
              <a:t>using</a:t>
            </a:r>
            <a:r>
              <a:rPr dirty="0" spc="114"/>
              <a:t> </a:t>
            </a:r>
            <a:r>
              <a:rPr dirty="0" spc="210"/>
              <a:t>pandas. </a:t>
            </a:r>
            <a:r>
              <a:rPr dirty="0" spc="170"/>
              <a:t>Example:</a:t>
            </a:r>
            <a:r>
              <a:rPr dirty="0" spc="114"/>
              <a:t> </a:t>
            </a:r>
            <a:r>
              <a:rPr dirty="0" spc="420"/>
              <a:t>df</a:t>
            </a:r>
            <a:r>
              <a:rPr dirty="0" spc="120"/>
              <a:t> </a:t>
            </a:r>
            <a:r>
              <a:rPr dirty="0" spc="204"/>
              <a:t>=</a:t>
            </a:r>
            <a:r>
              <a:rPr dirty="0" spc="114"/>
              <a:t> </a:t>
            </a:r>
            <a:r>
              <a:rPr dirty="0" spc="204"/>
              <a:t>pd.read_csv("go-</a:t>
            </a:r>
            <a:r>
              <a:rPr dirty="0" spc="170"/>
              <a:t>emotions.csv")</a:t>
            </a:r>
          </a:p>
          <a:p>
            <a:pPr marL="272415" indent="-251460">
              <a:lnSpc>
                <a:spcPct val="100000"/>
              </a:lnSpc>
              <a:spcBef>
                <a:spcPts val="390"/>
              </a:spcBef>
              <a:buAutoNum type="arabicPeriod" startAt="2"/>
              <a:tabLst>
                <a:tab pos="272415" algn="l"/>
              </a:tabLst>
            </a:pPr>
            <a:r>
              <a:rPr dirty="0" spc="215"/>
              <a:t>Cleaning</a:t>
            </a:r>
            <a:r>
              <a:rPr dirty="0" spc="110"/>
              <a:t> </a:t>
            </a:r>
            <a:r>
              <a:rPr dirty="0" spc="235"/>
              <a:t>Data:</a:t>
            </a:r>
          </a:p>
          <a:p>
            <a:pPr marL="769620">
              <a:lnSpc>
                <a:spcPct val="100000"/>
              </a:lnSpc>
              <a:spcBef>
                <a:spcPts val="390"/>
              </a:spcBef>
            </a:pPr>
            <a:r>
              <a:rPr dirty="0" spc="260"/>
              <a:t>Remove</a:t>
            </a:r>
            <a:r>
              <a:rPr dirty="0" spc="110"/>
              <a:t> </a:t>
            </a:r>
            <a:r>
              <a:rPr dirty="0" spc="195"/>
              <a:t>missing</a:t>
            </a:r>
            <a:r>
              <a:rPr dirty="0" spc="114"/>
              <a:t> </a:t>
            </a:r>
            <a:r>
              <a:rPr dirty="0" spc="355"/>
              <a:t>or</a:t>
            </a:r>
            <a:r>
              <a:rPr dirty="0" spc="114"/>
              <a:t> </a:t>
            </a:r>
            <a:r>
              <a:rPr dirty="0" spc="360"/>
              <a:t>empty</a:t>
            </a:r>
            <a:r>
              <a:rPr dirty="0" spc="114"/>
              <a:t> </a:t>
            </a:r>
            <a:r>
              <a:rPr dirty="0" spc="345"/>
              <a:t>text</a:t>
            </a:r>
            <a:r>
              <a:rPr dirty="0" spc="114"/>
              <a:t> </a:t>
            </a:r>
            <a:r>
              <a:rPr dirty="0" spc="200"/>
              <a:t>entries.</a:t>
            </a:r>
          </a:p>
          <a:p>
            <a:pPr marL="769620">
              <a:lnSpc>
                <a:spcPct val="100000"/>
              </a:lnSpc>
              <a:spcBef>
                <a:spcPts val="390"/>
              </a:spcBef>
            </a:pPr>
            <a:r>
              <a:rPr dirty="0" spc="260"/>
              <a:t>Remove</a:t>
            </a:r>
            <a:r>
              <a:rPr dirty="0" spc="114"/>
              <a:t> </a:t>
            </a:r>
            <a:r>
              <a:rPr dirty="0" spc="265"/>
              <a:t>unnecessary</a:t>
            </a:r>
            <a:r>
              <a:rPr dirty="0" spc="120"/>
              <a:t> </a:t>
            </a:r>
            <a:r>
              <a:rPr dirty="0" spc="215"/>
              <a:t>spaces,</a:t>
            </a:r>
            <a:r>
              <a:rPr dirty="0" spc="120"/>
              <a:t> </a:t>
            </a:r>
            <a:r>
              <a:rPr dirty="0" spc="210"/>
              <a:t>special</a:t>
            </a:r>
            <a:r>
              <a:rPr dirty="0" spc="120"/>
              <a:t> </a:t>
            </a:r>
            <a:r>
              <a:rPr dirty="0" spc="275"/>
              <a:t>characters,</a:t>
            </a:r>
            <a:r>
              <a:rPr dirty="0" spc="120"/>
              <a:t> </a:t>
            </a:r>
            <a:r>
              <a:rPr dirty="0" spc="355"/>
              <a:t>or</a:t>
            </a:r>
            <a:r>
              <a:rPr dirty="0" spc="120"/>
              <a:t> </a:t>
            </a:r>
            <a:r>
              <a:rPr dirty="0" spc="250"/>
              <a:t>symbols</a:t>
            </a:r>
            <a:r>
              <a:rPr dirty="0" spc="120"/>
              <a:t> </a:t>
            </a:r>
            <a:r>
              <a:rPr dirty="0" spc="380"/>
              <a:t>from</a:t>
            </a:r>
            <a:r>
              <a:rPr dirty="0" spc="120"/>
              <a:t> </a:t>
            </a:r>
            <a:r>
              <a:rPr dirty="0" spc="250"/>
              <a:t>text.</a:t>
            </a:r>
          </a:p>
          <a:p>
            <a:pPr marL="272415" indent="-259715">
              <a:lnSpc>
                <a:spcPct val="100000"/>
              </a:lnSpc>
              <a:spcBef>
                <a:spcPts val="390"/>
              </a:spcBef>
              <a:buAutoNum type="arabicPeriod" startAt="3"/>
              <a:tabLst>
                <a:tab pos="272415" algn="l"/>
              </a:tabLst>
            </a:pPr>
            <a:r>
              <a:rPr dirty="0" spc="200"/>
              <a:t>Handling</a:t>
            </a:r>
            <a:r>
              <a:rPr dirty="0" spc="90"/>
              <a:t> </a:t>
            </a:r>
            <a:r>
              <a:rPr dirty="0" spc="145"/>
              <a:t>Labels:</a:t>
            </a:r>
          </a:p>
          <a:p>
            <a:pPr marL="769620" marR="5080">
              <a:lnSpc>
                <a:spcPct val="114100"/>
              </a:lnSpc>
              <a:tabLst>
                <a:tab pos="2054225" algn="l"/>
                <a:tab pos="3260725" algn="l"/>
                <a:tab pos="4530090" algn="l"/>
                <a:tab pos="5798820" algn="l"/>
                <a:tab pos="6412865" algn="l"/>
                <a:tab pos="7021830" algn="l"/>
                <a:tab pos="8018780" algn="l"/>
                <a:tab pos="9324340" algn="l"/>
                <a:tab pos="9996170" algn="l"/>
                <a:tab pos="10323195" algn="l"/>
              </a:tabLst>
            </a:pPr>
            <a:r>
              <a:rPr dirty="0" spc="310"/>
              <a:t>Convert</a:t>
            </a:r>
            <a:r>
              <a:rPr dirty="0"/>
              <a:t>	</a:t>
            </a:r>
            <a:r>
              <a:rPr dirty="0" spc="200"/>
              <a:t>multiple</a:t>
            </a:r>
            <a:r>
              <a:rPr dirty="0"/>
              <a:t>	</a:t>
            </a:r>
            <a:r>
              <a:rPr dirty="0" spc="275"/>
              <a:t>emotion</a:t>
            </a:r>
            <a:r>
              <a:rPr dirty="0"/>
              <a:t>	</a:t>
            </a:r>
            <a:r>
              <a:rPr dirty="0" spc="235"/>
              <a:t>columns</a:t>
            </a:r>
            <a:r>
              <a:rPr dirty="0"/>
              <a:t>	</a:t>
            </a:r>
            <a:r>
              <a:rPr dirty="0" spc="-10"/>
              <a:t>(like</a:t>
            </a:r>
            <a:r>
              <a:rPr dirty="0"/>
              <a:t>	</a:t>
            </a:r>
            <a:r>
              <a:rPr dirty="0" spc="135"/>
              <a:t>joy,</a:t>
            </a:r>
            <a:r>
              <a:rPr dirty="0"/>
              <a:t>	</a:t>
            </a:r>
            <a:r>
              <a:rPr dirty="0" spc="195"/>
              <a:t>anger,</a:t>
            </a:r>
            <a:r>
              <a:rPr dirty="0"/>
              <a:t>	</a:t>
            </a:r>
            <a:r>
              <a:rPr dirty="0" spc="160"/>
              <a:t>sadness)</a:t>
            </a:r>
            <a:r>
              <a:rPr dirty="0"/>
              <a:t>	</a:t>
            </a:r>
            <a:r>
              <a:rPr dirty="0" spc="229"/>
              <a:t>into</a:t>
            </a:r>
            <a:r>
              <a:rPr dirty="0"/>
              <a:t>	</a:t>
            </a:r>
            <a:r>
              <a:rPr dirty="0" spc="275"/>
              <a:t>a</a:t>
            </a:r>
            <a:r>
              <a:rPr dirty="0"/>
              <a:t>	</a:t>
            </a:r>
            <a:r>
              <a:rPr dirty="0" spc="345"/>
              <a:t>format </a:t>
            </a:r>
            <a:r>
              <a:rPr dirty="0" spc="235"/>
              <a:t>suitable</a:t>
            </a:r>
            <a:r>
              <a:rPr dirty="0" spc="105"/>
              <a:t> </a:t>
            </a:r>
            <a:r>
              <a:rPr dirty="0" spc="350"/>
              <a:t>for</a:t>
            </a:r>
            <a:r>
              <a:rPr dirty="0" spc="105"/>
              <a:t> </a:t>
            </a:r>
            <a:r>
              <a:rPr dirty="0" spc="325"/>
              <a:t>the</a:t>
            </a:r>
            <a:r>
              <a:rPr dirty="0" spc="105"/>
              <a:t> </a:t>
            </a:r>
            <a:r>
              <a:rPr dirty="0" spc="195"/>
              <a:t>model.</a:t>
            </a:r>
          </a:p>
          <a:p>
            <a:pPr marL="769620">
              <a:lnSpc>
                <a:spcPct val="100000"/>
              </a:lnSpc>
              <a:spcBef>
                <a:spcPts val="390"/>
              </a:spcBef>
            </a:pPr>
            <a:r>
              <a:rPr dirty="0" spc="215"/>
              <a:t>Ensure</a:t>
            </a:r>
            <a:r>
              <a:rPr dirty="0" spc="110"/>
              <a:t> </a:t>
            </a:r>
            <a:r>
              <a:rPr dirty="0" spc="260"/>
              <a:t>each</a:t>
            </a:r>
            <a:r>
              <a:rPr dirty="0" spc="114"/>
              <a:t> </a:t>
            </a:r>
            <a:r>
              <a:rPr dirty="0" spc="380"/>
              <a:t>row</a:t>
            </a:r>
            <a:r>
              <a:rPr dirty="0" spc="114"/>
              <a:t> </a:t>
            </a:r>
            <a:r>
              <a:rPr dirty="0" spc="220"/>
              <a:t>has</a:t>
            </a:r>
            <a:r>
              <a:rPr dirty="0" spc="114"/>
              <a:t> </a:t>
            </a:r>
            <a:r>
              <a:rPr dirty="0" spc="325"/>
              <a:t>the</a:t>
            </a:r>
            <a:r>
              <a:rPr dirty="0" spc="114"/>
              <a:t> </a:t>
            </a:r>
            <a:r>
              <a:rPr dirty="0" spc="360"/>
              <a:t>correct</a:t>
            </a:r>
            <a:r>
              <a:rPr dirty="0" spc="114"/>
              <a:t> </a:t>
            </a:r>
            <a:r>
              <a:rPr dirty="0" spc="285"/>
              <a:t>emotion</a:t>
            </a:r>
            <a:r>
              <a:rPr dirty="0" spc="110"/>
              <a:t> </a:t>
            </a:r>
            <a:r>
              <a:rPr dirty="0" spc="125"/>
              <a:t>labels.</a:t>
            </a:r>
          </a:p>
          <a:p>
            <a:pPr marL="272415" indent="-252095">
              <a:lnSpc>
                <a:spcPct val="100000"/>
              </a:lnSpc>
              <a:spcBef>
                <a:spcPts val="390"/>
              </a:spcBef>
              <a:buAutoNum type="arabicPeriod" startAt="4"/>
              <a:tabLst>
                <a:tab pos="272415" algn="l"/>
              </a:tabLst>
            </a:pPr>
            <a:r>
              <a:rPr dirty="0" spc="204"/>
              <a:t>Text</a:t>
            </a:r>
            <a:r>
              <a:rPr dirty="0" spc="110"/>
              <a:t> </a:t>
            </a:r>
            <a:r>
              <a:rPr dirty="0" spc="225"/>
              <a:t>Preprocessing:</a:t>
            </a:r>
          </a:p>
          <a:p>
            <a:pPr marL="769620">
              <a:lnSpc>
                <a:spcPct val="100000"/>
              </a:lnSpc>
              <a:spcBef>
                <a:spcPts val="390"/>
              </a:spcBef>
            </a:pPr>
            <a:r>
              <a:rPr dirty="0" spc="320"/>
              <a:t>Convert</a:t>
            </a:r>
            <a:r>
              <a:rPr dirty="0" spc="110"/>
              <a:t> </a:t>
            </a:r>
            <a:r>
              <a:rPr dirty="0" spc="345"/>
              <a:t>text</a:t>
            </a:r>
            <a:r>
              <a:rPr dirty="0" spc="114"/>
              <a:t> </a:t>
            </a:r>
            <a:r>
              <a:rPr dirty="0" spc="409"/>
              <a:t>to</a:t>
            </a:r>
            <a:r>
              <a:rPr dirty="0" spc="114"/>
              <a:t> </a:t>
            </a:r>
            <a:r>
              <a:rPr dirty="0" spc="215"/>
              <a:t>lowercase.</a:t>
            </a:r>
          </a:p>
          <a:p>
            <a:pPr marL="769620" marR="854710">
              <a:lnSpc>
                <a:spcPct val="114100"/>
              </a:lnSpc>
            </a:pPr>
            <a:r>
              <a:rPr dirty="0" spc="260"/>
              <a:t>Remove</a:t>
            </a:r>
            <a:r>
              <a:rPr dirty="0" spc="125"/>
              <a:t> </a:t>
            </a:r>
            <a:r>
              <a:rPr dirty="0" spc="325"/>
              <a:t>stopwords</a:t>
            </a:r>
            <a:r>
              <a:rPr dirty="0" spc="130"/>
              <a:t> </a:t>
            </a:r>
            <a:r>
              <a:rPr dirty="0"/>
              <a:t>(like</a:t>
            </a:r>
            <a:r>
              <a:rPr dirty="0" spc="130"/>
              <a:t> </a:t>
            </a:r>
            <a:r>
              <a:rPr dirty="0" spc="165"/>
              <a:t>“the”,</a:t>
            </a:r>
            <a:r>
              <a:rPr dirty="0" spc="130"/>
              <a:t> </a:t>
            </a:r>
            <a:r>
              <a:rPr dirty="0" spc="60"/>
              <a:t>“is”,</a:t>
            </a:r>
            <a:r>
              <a:rPr dirty="0" spc="130"/>
              <a:t> </a:t>
            </a:r>
            <a:r>
              <a:rPr dirty="0" spc="165"/>
              <a:t>etc.)</a:t>
            </a:r>
            <a:r>
              <a:rPr dirty="0" spc="125"/>
              <a:t> </a:t>
            </a:r>
            <a:r>
              <a:rPr dirty="0" spc="409"/>
              <a:t>to</a:t>
            </a:r>
            <a:r>
              <a:rPr dirty="0" spc="130"/>
              <a:t> </a:t>
            </a:r>
            <a:r>
              <a:rPr dirty="0" spc="285"/>
              <a:t>focus</a:t>
            </a:r>
            <a:r>
              <a:rPr dirty="0" spc="130"/>
              <a:t> </a:t>
            </a:r>
            <a:r>
              <a:rPr dirty="0" spc="270"/>
              <a:t>on</a:t>
            </a:r>
            <a:r>
              <a:rPr dirty="0" spc="130"/>
              <a:t> </a:t>
            </a:r>
            <a:r>
              <a:rPr dirty="0" spc="235"/>
              <a:t>meaningful</a:t>
            </a:r>
            <a:r>
              <a:rPr dirty="0" spc="130"/>
              <a:t> </a:t>
            </a:r>
            <a:r>
              <a:rPr dirty="0" spc="250"/>
              <a:t>words. </a:t>
            </a:r>
            <a:r>
              <a:rPr dirty="0" spc="180"/>
              <a:t>Tokenization</a:t>
            </a:r>
            <a:r>
              <a:rPr dirty="0" spc="114"/>
              <a:t> </a:t>
            </a:r>
            <a:r>
              <a:rPr dirty="0" spc="185"/>
              <a:t>(splitting</a:t>
            </a:r>
            <a:r>
              <a:rPr dirty="0" spc="114"/>
              <a:t> </a:t>
            </a:r>
            <a:r>
              <a:rPr dirty="0" spc="265"/>
              <a:t>sentences</a:t>
            </a:r>
            <a:r>
              <a:rPr dirty="0" spc="114"/>
              <a:t> </a:t>
            </a:r>
            <a:r>
              <a:rPr dirty="0" spc="250"/>
              <a:t>into</a:t>
            </a:r>
            <a:r>
              <a:rPr dirty="0" spc="114"/>
              <a:t> </a:t>
            </a:r>
            <a:r>
              <a:rPr dirty="0" spc="245"/>
              <a:t>words)</a:t>
            </a:r>
            <a:r>
              <a:rPr dirty="0" spc="114"/>
              <a:t> </a:t>
            </a:r>
            <a:r>
              <a:rPr dirty="0" spc="254"/>
              <a:t>if</a:t>
            </a:r>
            <a:r>
              <a:rPr dirty="0" spc="114"/>
              <a:t> </a:t>
            </a:r>
            <a:r>
              <a:rPr dirty="0" spc="270"/>
              <a:t>required</a:t>
            </a:r>
            <a:r>
              <a:rPr dirty="0" spc="114"/>
              <a:t> </a:t>
            </a:r>
            <a:r>
              <a:rPr dirty="0" spc="350"/>
              <a:t>for</a:t>
            </a:r>
            <a:r>
              <a:rPr dirty="0" spc="114"/>
              <a:t> </a:t>
            </a:r>
            <a:r>
              <a:rPr dirty="0" spc="155"/>
              <a:t>NLP</a:t>
            </a:r>
            <a:r>
              <a:rPr dirty="0" spc="114"/>
              <a:t> </a:t>
            </a:r>
            <a:r>
              <a:rPr dirty="0" spc="190"/>
              <a:t>models.</a:t>
            </a:r>
          </a:p>
          <a:p>
            <a:pPr marL="271780" indent="-250825">
              <a:lnSpc>
                <a:spcPct val="100000"/>
              </a:lnSpc>
              <a:spcBef>
                <a:spcPts val="390"/>
              </a:spcBef>
              <a:buAutoNum type="arabicPeriod" startAt="5"/>
              <a:tabLst>
                <a:tab pos="271780" algn="l"/>
              </a:tabLst>
            </a:pPr>
            <a:r>
              <a:rPr dirty="0" spc="245"/>
              <a:t>Feature</a:t>
            </a:r>
            <a:r>
              <a:rPr dirty="0" spc="130"/>
              <a:t> </a:t>
            </a:r>
            <a:r>
              <a:rPr dirty="0" spc="235"/>
              <a:t>Preparation:</a:t>
            </a:r>
          </a:p>
          <a:p>
            <a:pPr marL="769620" marR="5080">
              <a:lnSpc>
                <a:spcPct val="114100"/>
              </a:lnSpc>
            </a:pPr>
            <a:r>
              <a:rPr dirty="0" spc="320"/>
              <a:t>Convert</a:t>
            </a:r>
            <a:r>
              <a:rPr dirty="0" spc="160"/>
              <a:t> </a:t>
            </a:r>
            <a:r>
              <a:rPr dirty="0" spc="345"/>
              <a:t>text</a:t>
            </a:r>
            <a:r>
              <a:rPr dirty="0" spc="160"/>
              <a:t> </a:t>
            </a:r>
            <a:r>
              <a:rPr dirty="0" spc="250"/>
              <a:t>into</a:t>
            </a:r>
            <a:r>
              <a:rPr dirty="0" spc="160"/>
              <a:t> </a:t>
            </a:r>
            <a:r>
              <a:rPr dirty="0" spc="240"/>
              <a:t>numerical</a:t>
            </a:r>
            <a:r>
              <a:rPr dirty="0" spc="165"/>
              <a:t> </a:t>
            </a:r>
            <a:r>
              <a:rPr dirty="0" spc="365"/>
              <a:t>form</a:t>
            </a:r>
            <a:r>
              <a:rPr dirty="0" spc="160"/>
              <a:t> </a:t>
            </a:r>
            <a:r>
              <a:rPr dirty="0" spc="190"/>
              <a:t>using</a:t>
            </a:r>
            <a:r>
              <a:rPr dirty="0" spc="160"/>
              <a:t> </a:t>
            </a:r>
            <a:r>
              <a:rPr dirty="0" spc="254"/>
              <a:t>techniques</a:t>
            </a:r>
            <a:r>
              <a:rPr dirty="0" spc="165"/>
              <a:t> </a:t>
            </a:r>
            <a:r>
              <a:rPr dirty="0" spc="65"/>
              <a:t>like</a:t>
            </a:r>
            <a:r>
              <a:rPr dirty="0" spc="160"/>
              <a:t> </a:t>
            </a:r>
            <a:r>
              <a:rPr dirty="0" spc="300"/>
              <a:t>Bag-</a:t>
            </a:r>
            <a:r>
              <a:rPr dirty="0" spc="305"/>
              <a:t>of-</a:t>
            </a:r>
            <a:r>
              <a:rPr dirty="0" spc="254"/>
              <a:t>Words,</a:t>
            </a:r>
            <a:r>
              <a:rPr dirty="0" spc="160"/>
              <a:t> </a:t>
            </a:r>
            <a:r>
              <a:rPr dirty="0" spc="200"/>
              <a:t>TF-</a:t>
            </a:r>
            <a:r>
              <a:rPr dirty="0" spc="-20"/>
              <a:t>IDF, </a:t>
            </a:r>
            <a:r>
              <a:rPr dirty="0" spc="355"/>
              <a:t>or</a:t>
            </a:r>
            <a:r>
              <a:rPr dirty="0" spc="110"/>
              <a:t> </a:t>
            </a:r>
            <a:r>
              <a:rPr dirty="0" spc="270"/>
              <a:t>embeddings</a:t>
            </a:r>
            <a:r>
              <a:rPr dirty="0" spc="110"/>
              <a:t> </a:t>
            </a:r>
            <a:r>
              <a:rPr dirty="0" spc="254"/>
              <a:t>so</a:t>
            </a:r>
            <a:r>
              <a:rPr dirty="0" spc="110"/>
              <a:t> </a:t>
            </a:r>
            <a:r>
              <a:rPr dirty="0" spc="345"/>
              <a:t>that</a:t>
            </a:r>
            <a:r>
              <a:rPr dirty="0" spc="110"/>
              <a:t> </a:t>
            </a:r>
            <a:r>
              <a:rPr dirty="0" spc="250"/>
              <a:t>models</a:t>
            </a:r>
            <a:r>
              <a:rPr dirty="0" spc="110"/>
              <a:t> </a:t>
            </a:r>
            <a:r>
              <a:rPr dirty="0" spc="300"/>
              <a:t>can</a:t>
            </a:r>
            <a:r>
              <a:rPr dirty="0" spc="110"/>
              <a:t> </a:t>
            </a:r>
            <a:r>
              <a:rPr dirty="0" spc="290"/>
              <a:t>process</a:t>
            </a:r>
            <a:r>
              <a:rPr dirty="0" spc="110"/>
              <a:t> </a:t>
            </a:r>
            <a:r>
              <a:rPr dirty="0" spc="120"/>
              <a:t>it.</a:t>
            </a:r>
          </a:p>
        </p:txBody>
      </p:sp>
      <p:sp>
        <p:nvSpPr>
          <p:cNvPr id="24" name="object 24" descr=""/>
          <p:cNvSpPr/>
          <p:nvPr/>
        </p:nvSpPr>
        <p:spPr>
          <a:xfrm>
            <a:off x="0" y="1369520"/>
            <a:ext cx="2514600" cy="2514600"/>
          </a:xfrm>
          <a:custGeom>
            <a:avLst/>
            <a:gdLst/>
            <a:ahLst/>
            <a:cxnLst/>
            <a:rect l="l" t="t" r="r" b="b"/>
            <a:pathLst>
              <a:path w="2514600" h="2514600">
                <a:moveTo>
                  <a:pt x="1313981" y="2514595"/>
                </a:moveTo>
                <a:lnTo>
                  <a:pt x="1354013" y="2512335"/>
                </a:lnTo>
                <a:lnTo>
                  <a:pt x="1401315" y="2507869"/>
                </a:lnTo>
                <a:lnTo>
                  <a:pt x="1448092" y="2501674"/>
                </a:lnTo>
                <a:lnTo>
                  <a:pt x="1494312" y="2493781"/>
                </a:lnTo>
                <a:lnTo>
                  <a:pt x="1539942" y="2484223"/>
                </a:lnTo>
                <a:lnTo>
                  <a:pt x="1584949" y="2473033"/>
                </a:lnTo>
                <a:lnTo>
                  <a:pt x="1629302" y="2460243"/>
                </a:lnTo>
                <a:lnTo>
                  <a:pt x="1672968" y="2445886"/>
                </a:lnTo>
                <a:lnTo>
                  <a:pt x="1715913" y="2429995"/>
                </a:lnTo>
                <a:lnTo>
                  <a:pt x="1758106" y="2412602"/>
                </a:lnTo>
                <a:lnTo>
                  <a:pt x="1799513" y="2393739"/>
                </a:lnTo>
                <a:lnTo>
                  <a:pt x="1840103" y="2373440"/>
                </a:lnTo>
                <a:lnTo>
                  <a:pt x="1879842" y="2351737"/>
                </a:lnTo>
                <a:lnTo>
                  <a:pt x="1918698" y="2328662"/>
                </a:lnTo>
                <a:lnTo>
                  <a:pt x="1956639" y="2304248"/>
                </a:lnTo>
                <a:lnTo>
                  <a:pt x="1993632" y="2278528"/>
                </a:lnTo>
                <a:lnTo>
                  <a:pt x="2029644" y="2251533"/>
                </a:lnTo>
                <a:lnTo>
                  <a:pt x="2064642" y="2223298"/>
                </a:lnTo>
                <a:lnTo>
                  <a:pt x="2098595" y="2193854"/>
                </a:lnTo>
                <a:lnTo>
                  <a:pt x="2131469" y="2163233"/>
                </a:lnTo>
                <a:lnTo>
                  <a:pt x="2163233" y="2131469"/>
                </a:lnTo>
                <a:lnTo>
                  <a:pt x="2193853" y="2098595"/>
                </a:lnTo>
                <a:lnTo>
                  <a:pt x="2223296" y="2064641"/>
                </a:lnTo>
                <a:lnTo>
                  <a:pt x="2251531" y="2029642"/>
                </a:lnTo>
                <a:lnTo>
                  <a:pt x="2278525" y="1993630"/>
                </a:lnTo>
                <a:lnTo>
                  <a:pt x="2304245" y="1956637"/>
                </a:lnTo>
                <a:lnTo>
                  <a:pt x="2328658" y="1918696"/>
                </a:lnTo>
                <a:lnTo>
                  <a:pt x="2351733" y="1879840"/>
                </a:lnTo>
                <a:lnTo>
                  <a:pt x="2373436" y="1840101"/>
                </a:lnTo>
                <a:lnTo>
                  <a:pt x="2393734" y="1799511"/>
                </a:lnTo>
                <a:lnTo>
                  <a:pt x="2412596" y="1758103"/>
                </a:lnTo>
                <a:lnTo>
                  <a:pt x="2429989" y="1715911"/>
                </a:lnTo>
                <a:lnTo>
                  <a:pt x="2445879" y="1672966"/>
                </a:lnTo>
                <a:lnTo>
                  <a:pt x="2460236" y="1629300"/>
                </a:lnTo>
                <a:lnTo>
                  <a:pt x="2473025" y="1584948"/>
                </a:lnTo>
                <a:lnTo>
                  <a:pt x="2484215" y="1539940"/>
                </a:lnTo>
                <a:lnTo>
                  <a:pt x="2493772" y="1494310"/>
                </a:lnTo>
                <a:lnTo>
                  <a:pt x="2501665" y="1448091"/>
                </a:lnTo>
                <a:lnTo>
                  <a:pt x="2507861" y="1401314"/>
                </a:lnTo>
                <a:lnTo>
                  <a:pt x="2512326" y="1354012"/>
                </a:lnTo>
                <a:lnTo>
                  <a:pt x="2514603" y="1313820"/>
                </a:lnTo>
              </a:path>
              <a:path w="2514600" h="2514600">
                <a:moveTo>
                  <a:pt x="2514605" y="1202121"/>
                </a:moveTo>
                <a:lnTo>
                  <a:pt x="2512326" y="1161921"/>
                </a:lnTo>
                <a:lnTo>
                  <a:pt x="2507860" y="1114621"/>
                </a:lnTo>
                <a:lnTo>
                  <a:pt x="2501664" y="1067844"/>
                </a:lnTo>
                <a:lnTo>
                  <a:pt x="2493771" y="1021625"/>
                </a:lnTo>
                <a:lnTo>
                  <a:pt x="2484213" y="975996"/>
                </a:lnTo>
                <a:lnTo>
                  <a:pt x="2473023" y="930989"/>
                </a:lnTo>
                <a:lnTo>
                  <a:pt x="2460233" y="886637"/>
                </a:lnTo>
                <a:lnTo>
                  <a:pt x="2445877" y="842972"/>
                </a:lnTo>
                <a:lnTo>
                  <a:pt x="2429986" y="800028"/>
                </a:lnTo>
                <a:lnTo>
                  <a:pt x="2412593" y="757836"/>
                </a:lnTo>
                <a:lnTo>
                  <a:pt x="2393731" y="716429"/>
                </a:lnTo>
                <a:lnTo>
                  <a:pt x="2373432" y="675840"/>
                </a:lnTo>
                <a:lnTo>
                  <a:pt x="2351730" y="636101"/>
                </a:lnTo>
                <a:lnTo>
                  <a:pt x="2328655" y="597245"/>
                </a:lnTo>
                <a:lnTo>
                  <a:pt x="2304242" y="559304"/>
                </a:lnTo>
                <a:lnTo>
                  <a:pt x="2278522" y="522312"/>
                </a:lnTo>
                <a:lnTo>
                  <a:pt x="2251528" y="486300"/>
                </a:lnTo>
                <a:lnTo>
                  <a:pt x="2223293" y="451301"/>
                </a:lnTo>
                <a:lnTo>
                  <a:pt x="2193850" y="417349"/>
                </a:lnTo>
                <a:lnTo>
                  <a:pt x="2163230" y="384474"/>
                </a:lnTo>
                <a:lnTo>
                  <a:pt x="2131466" y="352711"/>
                </a:lnTo>
                <a:lnTo>
                  <a:pt x="2098592" y="322091"/>
                </a:lnTo>
                <a:lnTo>
                  <a:pt x="2064639" y="292647"/>
                </a:lnTo>
                <a:lnTo>
                  <a:pt x="2029641" y="264412"/>
                </a:lnTo>
                <a:lnTo>
                  <a:pt x="1993629" y="237418"/>
                </a:lnTo>
                <a:lnTo>
                  <a:pt x="1956637" y="211697"/>
                </a:lnTo>
                <a:lnTo>
                  <a:pt x="1918696" y="187284"/>
                </a:lnTo>
                <a:lnTo>
                  <a:pt x="1879840" y="164209"/>
                </a:lnTo>
                <a:lnTo>
                  <a:pt x="1840101" y="142506"/>
                </a:lnTo>
                <a:lnTo>
                  <a:pt x="1799511" y="122207"/>
                </a:lnTo>
                <a:lnTo>
                  <a:pt x="1758104" y="103344"/>
                </a:lnTo>
                <a:lnTo>
                  <a:pt x="1715911" y="85951"/>
                </a:lnTo>
                <a:lnTo>
                  <a:pt x="1672966" y="70060"/>
                </a:lnTo>
                <a:lnTo>
                  <a:pt x="1629301" y="55703"/>
                </a:lnTo>
                <a:lnTo>
                  <a:pt x="1584948" y="42914"/>
                </a:lnTo>
                <a:lnTo>
                  <a:pt x="1539941" y="31724"/>
                </a:lnTo>
                <a:lnTo>
                  <a:pt x="1494311" y="22166"/>
                </a:lnTo>
                <a:lnTo>
                  <a:pt x="1448091" y="14273"/>
                </a:lnTo>
                <a:lnTo>
                  <a:pt x="1401314" y="8077"/>
                </a:lnTo>
                <a:lnTo>
                  <a:pt x="1354013" y="3611"/>
                </a:lnTo>
                <a:lnTo>
                  <a:pt x="1306219" y="908"/>
                </a:lnTo>
                <a:lnTo>
                  <a:pt x="1257966" y="0"/>
                </a:lnTo>
                <a:lnTo>
                  <a:pt x="1209714" y="908"/>
                </a:lnTo>
                <a:lnTo>
                  <a:pt x="1161921" y="3612"/>
                </a:lnTo>
                <a:lnTo>
                  <a:pt x="1114620" y="8078"/>
                </a:lnTo>
                <a:lnTo>
                  <a:pt x="1067844" y="14273"/>
                </a:lnTo>
                <a:lnTo>
                  <a:pt x="1021624" y="22167"/>
                </a:lnTo>
                <a:lnTo>
                  <a:pt x="975995" y="31725"/>
                </a:lnTo>
                <a:lnTo>
                  <a:pt x="930988" y="42915"/>
                </a:lnTo>
                <a:lnTo>
                  <a:pt x="886636" y="55704"/>
                </a:lnTo>
                <a:lnTo>
                  <a:pt x="842971" y="70061"/>
                </a:lnTo>
                <a:lnTo>
                  <a:pt x="800026" y="85952"/>
                </a:lnTo>
                <a:lnTo>
                  <a:pt x="757834" y="103345"/>
                </a:lnTo>
                <a:lnTo>
                  <a:pt x="716427" y="122207"/>
                </a:lnTo>
                <a:lnTo>
                  <a:pt x="675838" y="142506"/>
                </a:lnTo>
                <a:lnTo>
                  <a:pt x="636099" y="164209"/>
                </a:lnTo>
                <a:lnTo>
                  <a:pt x="597243" y="187284"/>
                </a:lnTo>
                <a:lnTo>
                  <a:pt x="559303" y="211697"/>
                </a:lnTo>
                <a:lnTo>
                  <a:pt x="522310" y="237417"/>
                </a:lnTo>
                <a:lnTo>
                  <a:pt x="486299" y="264411"/>
                </a:lnTo>
                <a:lnTo>
                  <a:pt x="451300" y="292646"/>
                </a:lnTo>
                <a:lnTo>
                  <a:pt x="417347" y="322090"/>
                </a:lnTo>
                <a:lnTo>
                  <a:pt x="384473" y="352710"/>
                </a:lnTo>
                <a:lnTo>
                  <a:pt x="352710" y="384473"/>
                </a:lnTo>
                <a:lnTo>
                  <a:pt x="322090" y="417348"/>
                </a:lnTo>
                <a:lnTo>
                  <a:pt x="292646" y="451300"/>
                </a:lnTo>
                <a:lnTo>
                  <a:pt x="264411" y="486299"/>
                </a:lnTo>
                <a:lnTo>
                  <a:pt x="237417" y="522310"/>
                </a:lnTo>
                <a:lnTo>
                  <a:pt x="211697" y="559303"/>
                </a:lnTo>
                <a:lnTo>
                  <a:pt x="187284" y="597243"/>
                </a:lnTo>
                <a:lnTo>
                  <a:pt x="164209" y="636099"/>
                </a:lnTo>
                <a:lnTo>
                  <a:pt x="142506" y="675838"/>
                </a:lnTo>
                <a:lnTo>
                  <a:pt x="122207" y="716427"/>
                </a:lnTo>
                <a:lnTo>
                  <a:pt x="103345" y="757834"/>
                </a:lnTo>
                <a:lnTo>
                  <a:pt x="85952" y="800026"/>
                </a:lnTo>
                <a:lnTo>
                  <a:pt x="70061" y="842971"/>
                </a:lnTo>
                <a:lnTo>
                  <a:pt x="55704" y="886636"/>
                </a:lnTo>
                <a:lnTo>
                  <a:pt x="42915" y="930988"/>
                </a:lnTo>
                <a:lnTo>
                  <a:pt x="31724" y="975995"/>
                </a:lnTo>
                <a:lnTo>
                  <a:pt x="22167" y="1021625"/>
                </a:lnTo>
                <a:lnTo>
                  <a:pt x="14273" y="1067844"/>
                </a:lnTo>
                <a:lnTo>
                  <a:pt x="8078" y="1114620"/>
                </a:lnTo>
                <a:lnTo>
                  <a:pt x="3612" y="1161921"/>
                </a:lnTo>
                <a:lnTo>
                  <a:pt x="908" y="1209714"/>
                </a:lnTo>
                <a:lnTo>
                  <a:pt x="0" y="1257966"/>
                </a:lnTo>
                <a:lnTo>
                  <a:pt x="908" y="1306219"/>
                </a:lnTo>
                <a:lnTo>
                  <a:pt x="3611" y="1354013"/>
                </a:lnTo>
                <a:lnTo>
                  <a:pt x="8077" y="1401314"/>
                </a:lnTo>
                <a:lnTo>
                  <a:pt x="14272" y="1448091"/>
                </a:lnTo>
                <a:lnTo>
                  <a:pt x="22165" y="1494311"/>
                </a:lnTo>
                <a:lnTo>
                  <a:pt x="31723" y="1539941"/>
                </a:lnTo>
                <a:lnTo>
                  <a:pt x="42913" y="1584949"/>
                </a:lnTo>
                <a:lnTo>
                  <a:pt x="55702" y="1629302"/>
                </a:lnTo>
                <a:lnTo>
                  <a:pt x="70059" y="1672967"/>
                </a:lnTo>
                <a:lnTo>
                  <a:pt x="85949" y="1715912"/>
                </a:lnTo>
                <a:lnTo>
                  <a:pt x="103342" y="1758105"/>
                </a:lnTo>
                <a:lnTo>
                  <a:pt x="122204" y="1799512"/>
                </a:lnTo>
                <a:lnTo>
                  <a:pt x="142503" y="1840102"/>
                </a:lnTo>
                <a:lnTo>
                  <a:pt x="164206" y="1879841"/>
                </a:lnTo>
                <a:lnTo>
                  <a:pt x="187281" y="1918698"/>
                </a:lnTo>
                <a:lnTo>
                  <a:pt x="211694" y="1956639"/>
                </a:lnTo>
                <a:lnTo>
                  <a:pt x="237414" y="1993632"/>
                </a:lnTo>
                <a:lnTo>
                  <a:pt x="264408" y="2029644"/>
                </a:lnTo>
                <a:lnTo>
                  <a:pt x="292643" y="2064643"/>
                </a:lnTo>
                <a:lnTo>
                  <a:pt x="322087" y="2098596"/>
                </a:lnTo>
                <a:lnTo>
                  <a:pt x="352707" y="2131470"/>
                </a:lnTo>
                <a:lnTo>
                  <a:pt x="384470" y="2163234"/>
                </a:lnTo>
                <a:lnTo>
                  <a:pt x="417344" y="2193854"/>
                </a:lnTo>
                <a:lnTo>
                  <a:pt x="451297" y="2223298"/>
                </a:lnTo>
                <a:lnTo>
                  <a:pt x="486296" y="2251534"/>
                </a:lnTo>
                <a:lnTo>
                  <a:pt x="522308" y="2278528"/>
                </a:lnTo>
                <a:lnTo>
                  <a:pt x="559300" y="2304248"/>
                </a:lnTo>
                <a:lnTo>
                  <a:pt x="597241" y="2328662"/>
                </a:lnTo>
                <a:lnTo>
                  <a:pt x="636097" y="2351736"/>
                </a:lnTo>
                <a:lnTo>
                  <a:pt x="675836" y="2373440"/>
                </a:lnTo>
                <a:lnTo>
                  <a:pt x="716425" y="2393739"/>
                </a:lnTo>
                <a:lnTo>
                  <a:pt x="757832" y="2412601"/>
                </a:lnTo>
                <a:lnTo>
                  <a:pt x="800024" y="2429994"/>
                </a:lnTo>
                <a:lnTo>
                  <a:pt x="842969" y="2445885"/>
                </a:lnTo>
                <a:lnTo>
                  <a:pt x="886634" y="2460242"/>
                </a:lnTo>
                <a:lnTo>
                  <a:pt x="930987" y="2473032"/>
                </a:lnTo>
                <a:lnTo>
                  <a:pt x="975994" y="2484222"/>
                </a:lnTo>
                <a:lnTo>
                  <a:pt x="1021624" y="2493780"/>
                </a:lnTo>
                <a:lnTo>
                  <a:pt x="1067843" y="2501673"/>
                </a:lnTo>
                <a:lnTo>
                  <a:pt x="1114619" y="2507869"/>
                </a:lnTo>
                <a:lnTo>
                  <a:pt x="1161921" y="2512335"/>
                </a:lnTo>
                <a:lnTo>
                  <a:pt x="1201959" y="2514596"/>
                </a:lnTo>
              </a:path>
            </a:pathLst>
          </a:custGeom>
          <a:ln w="131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16451355" y="9233727"/>
            <a:ext cx="977265" cy="267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05"/>
              </a:lnSpc>
            </a:pPr>
            <a:r>
              <a:rPr dirty="0" sz="1900" spc="240">
                <a:solidFill>
                  <a:srgbClr val="FFFFFF"/>
                </a:solidFill>
                <a:latin typeface="Arial Narrow"/>
                <a:cs typeface="Arial Narrow"/>
              </a:rPr>
              <a:t>page</a:t>
            </a:r>
            <a:r>
              <a:rPr dirty="0" sz="1900" spc="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900" spc="375">
                <a:solidFill>
                  <a:srgbClr val="FFFFFF"/>
                </a:solidFill>
                <a:latin typeface="Arial Narrow"/>
                <a:cs typeface="Arial Narrow"/>
              </a:rPr>
              <a:t>09</a:t>
            </a:r>
            <a:endParaRPr sz="19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34064" y="409266"/>
            <a:ext cx="480059" cy="409575"/>
            <a:chOff x="534064" y="409266"/>
            <a:chExt cx="480059" cy="4095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293" y="409266"/>
              <a:ext cx="347205" cy="40957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064" y="573883"/>
              <a:ext cx="442361" cy="244958"/>
            </a:xfrm>
            <a:prstGeom prst="rect">
              <a:avLst/>
            </a:prstGeom>
          </p:spPr>
        </p:pic>
      </p:grpSp>
      <p:sp>
        <p:nvSpPr>
          <p:cNvPr id="5" name="object 5" descr=""/>
          <p:cNvSpPr/>
          <p:nvPr/>
        </p:nvSpPr>
        <p:spPr>
          <a:xfrm>
            <a:off x="1456465" y="615744"/>
            <a:ext cx="915035" cy="715645"/>
          </a:xfrm>
          <a:custGeom>
            <a:avLst/>
            <a:gdLst/>
            <a:ahLst/>
            <a:cxnLst/>
            <a:rect l="l" t="t" r="r" b="b"/>
            <a:pathLst>
              <a:path w="915035" h="715644">
                <a:moveTo>
                  <a:pt x="359792" y="715565"/>
                </a:moveTo>
                <a:lnTo>
                  <a:pt x="0" y="715565"/>
                </a:lnTo>
                <a:lnTo>
                  <a:pt x="0" y="415671"/>
                </a:lnTo>
                <a:lnTo>
                  <a:pt x="2189" y="355333"/>
                </a:lnTo>
                <a:lnTo>
                  <a:pt x="8757" y="300086"/>
                </a:lnTo>
                <a:lnTo>
                  <a:pt x="19698" y="249927"/>
                </a:lnTo>
                <a:lnTo>
                  <a:pt x="35010" y="204852"/>
                </a:lnTo>
                <a:lnTo>
                  <a:pt x="54689" y="164858"/>
                </a:lnTo>
                <a:lnTo>
                  <a:pt x="78731" y="129941"/>
                </a:lnTo>
                <a:lnTo>
                  <a:pt x="107133" y="100098"/>
                </a:lnTo>
                <a:lnTo>
                  <a:pt x="139572" y="74649"/>
                </a:lnTo>
                <a:lnTo>
                  <a:pt x="175724" y="52916"/>
                </a:lnTo>
                <a:lnTo>
                  <a:pt x="215585" y="34900"/>
                </a:lnTo>
                <a:lnTo>
                  <a:pt x="259151" y="20600"/>
                </a:lnTo>
                <a:lnTo>
                  <a:pt x="306421" y="10017"/>
                </a:lnTo>
                <a:lnTo>
                  <a:pt x="357389" y="3150"/>
                </a:lnTo>
                <a:lnTo>
                  <a:pt x="412053" y="0"/>
                </a:lnTo>
                <a:lnTo>
                  <a:pt x="413862" y="144319"/>
                </a:lnTo>
                <a:lnTo>
                  <a:pt x="353181" y="154609"/>
                </a:lnTo>
                <a:lnTo>
                  <a:pt x="305232" y="171460"/>
                </a:lnTo>
                <a:lnTo>
                  <a:pt x="269062" y="195034"/>
                </a:lnTo>
                <a:lnTo>
                  <a:pt x="243717" y="225493"/>
                </a:lnTo>
                <a:lnTo>
                  <a:pt x="228246" y="262997"/>
                </a:lnTo>
                <a:lnTo>
                  <a:pt x="221695" y="307710"/>
                </a:lnTo>
                <a:lnTo>
                  <a:pt x="222990" y="355333"/>
                </a:lnTo>
                <a:lnTo>
                  <a:pt x="223111" y="359792"/>
                </a:lnTo>
                <a:lnTo>
                  <a:pt x="359792" y="359792"/>
                </a:lnTo>
                <a:lnTo>
                  <a:pt x="359792" y="715565"/>
                </a:lnTo>
                <a:close/>
              </a:path>
              <a:path w="915035" h="715644">
                <a:moveTo>
                  <a:pt x="862698" y="715565"/>
                </a:moveTo>
                <a:lnTo>
                  <a:pt x="502905" y="715565"/>
                </a:lnTo>
                <a:lnTo>
                  <a:pt x="502905" y="415671"/>
                </a:lnTo>
                <a:lnTo>
                  <a:pt x="505095" y="355333"/>
                </a:lnTo>
                <a:lnTo>
                  <a:pt x="511663" y="300086"/>
                </a:lnTo>
                <a:lnTo>
                  <a:pt x="522604" y="249927"/>
                </a:lnTo>
                <a:lnTo>
                  <a:pt x="537916" y="204852"/>
                </a:lnTo>
                <a:lnTo>
                  <a:pt x="557595" y="164858"/>
                </a:lnTo>
                <a:lnTo>
                  <a:pt x="581637" y="129941"/>
                </a:lnTo>
                <a:lnTo>
                  <a:pt x="610039" y="100098"/>
                </a:lnTo>
                <a:lnTo>
                  <a:pt x="642478" y="74649"/>
                </a:lnTo>
                <a:lnTo>
                  <a:pt x="678629" y="52916"/>
                </a:lnTo>
                <a:lnTo>
                  <a:pt x="718490" y="34900"/>
                </a:lnTo>
                <a:lnTo>
                  <a:pt x="762057" y="20600"/>
                </a:lnTo>
                <a:lnTo>
                  <a:pt x="809327" y="10017"/>
                </a:lnTo>
                <a:lnTo>
                  <a:pt x="860295" y="3150"/>
                </a:lnTo>
                <a:lnTo>
                  <a:pt x="914959" y="0"/>
                </a:lnTo>
                <a:lnTo>
                  <a:pt x="914959" y="145726"/>
                </a:lnTo>
                <a:lnTo>
                  <a:pt x="854378" y="155875"/>
                </a:lnTo>
                <a:lnTo>
                  <a:pt x="806687" y="172500"/>
                </a:lnTo>
                <a:lnTo>
                  <a:pt x="770870" y="195803"/>
                </a:lnTo>
                <a:lnTo>
                  <a:pt x="745911" y="225983"/>
                </a:lnTo>
                <a:lnTo>
                  <a:pt x="730793" y="263241"/>
                </a:lnTo>
                <a:lnTo>
                  <a:pt x="724501" y="307777"/>
                </a:lnTo>
                <a:lnTo>
                  <a:pt x="726017" y="359792"/>
                </a:lnTo>
                <a:lnTo>
                  <a:pt x="862698" y="359792"/>
                </a:lnTo>
                <a:lnTo>
                  <a:pt x="862698" y="715565"/>
                </a:lnTo>
                <a:close/>
              </a:path>
            </a:pathLst>
          </a:custGeom>
          <a:solidFill>
            <a:srgbClr val="FFFFFF">
              <a:alpha val="1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5561175" y="894841"/>
            <a:ext cx="107886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229">
                <a:solidFill>
                  <a:srgbClr val="FFFFFF"/>
                </a:solidFill>
                <a:latin typeface="Arial Narrow"/>
                <a:cs typeface="Arial Narrow"/>
              </a:rPr>
              <a:t>next</a:t>
            </a:r>
            <a:r>
              <a:rPr dirty="0" sz="1900" spc="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900" spc="125">
                <a:solidFill>
                  <a:srgbClr val="FFFFFF"/>
                </a:solidFill>
                <a:latin typeface="Arial Narrow"/>
                <a:cs typeface="Arial Narrow"/>
              </a:rPr>
              <a:t>slide</a:t>
            </a:r>
            <a:endParaRPr sz="19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87576" y="666646"/>
            <a:ext cx="9542145" cy="1168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34535" algn="l"/>
              </a:tabLst>
            </a:pPr>
            <a:r>
              <a:rPr dirty="0" spc="630"/>
              <a:t>MACHINE</a:t>
            </a:r>
            <a:r>
              <a:rPr dirty="0"/>
              <a:t>	</a:t>
            </a:r>
            <a:r>
              <a:rPr dirty="0" spc="-10" b="1">
                <a:latin typeface="Arial"/>
                <a:cs typeface="Arial"/>
              </a:rPr>
              <a:t>LEARNING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51597" y="2420434"/>
            <a:ext cx="114300" cy="1143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51597" y="3696784"/>
            <a:ext cx="114300" cy="1143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51597" y="4973134"/>
            <a:ext cx="114300" cy="1143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51597" y="6249484"/>
            <a:ext cx="114300" cy="11430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221224" y="2022982"/>
            <a:ext cx="13365480" cy="5130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100"/>
              </a:spcBef>
            </a:pPr>
            <a:r>
              <a:rPr dirty="0" sz="3600" spc="340">
                <a:solidFill>
                  <a:srgbClr val="FFFFFF"/>
                </a:solidFill>
                <a:latin typeface="Arial Narrow"/>
                <a:cs typeface="Arial Narrow"/>
              </a:rPr>
              <a:t>The</a:t>
            </a:r>
            <a:r>
              <a:rPr dirty="0" sz="3600" spc="26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600" spc="475">
                <a:solidFill>
                  <a:srgbClr val="FFFFFF"/>
                </a:solidFill>
                <a:latin typeface="Arial Narrow"/>
                <a:cs typeface="Arial Narrow"/>
              </a:rPr>
              <a:t>project</a:t>
            </a:r>
            <a:r>
              <a:rPr dirty="0" sz="3600" spc="27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600" spc="335">
                <a:solidFill>
                  <a:srgbClr val="FFFFFF"/>
                </a:solidFill>
                <a:latin typeface="Arial Narrow"/>
                <a:cs typeface="Arial Narrow"/>
              </a:rPr>
              <a:t>uses</a:t>
            </a:r>
            <a:r>
              <a:rPr dirty="0" sz="3600" spc="27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600" spc="445">
                <a:solidFill>
                  <a:srgbClr val="FFFFFF"/>
                </a:solidFill>
                <a:latin typeface="Arial Narrow"/>
                <a:cs typeface="Arial Narrow"/>
              </a:rPr>
              <a:t>ML</a:t>
            </a:r>
            <a:r>
              <a:rPr dirty="0" sz="3600" spc="27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600" spc="395">
                <a:solidFill>
                  <a:srgbClr val="FFFFFF"/>
                </a:solidFill>
                <a:latin typeface="Arial Narrow"/>
                <a:cs typeface="Arial Narrow"/>
              </a:rPr>
              <a:t>models</a:t>
            </a:r>
            <a:r>
              <a:rPr dirty="0" sz="3600" spc="26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600" spc="645">
                <a:solidFill>
                  <a:srgbClr val="FFFFFF"/>
                </a:solidFill>
                <a:latin typeface="Arial Narrow"/>
                <a:cs typeface="Arial Narrow"/>
              </a:rPr>
              <a:t>to</a:t>
            </a:r>
            <a:r>
              <a:rPr dirty="0" sz="3600" spc="27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600" spc="400">
                <a:solidFill>
                  <a:srgbClr val="FFFFFF"/>
                </a:solidFill>
                <a:latin typeface="Arial Narrow"/>
                <a:cs typeface="Arial Narrow"/>
              </a:rPr>
              <a:t>automatically</a:t>
            </a:r>
            <a:r>
              <a:rPr dirty="0" sz="3600" spc="27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600" spc="560">
                <a:solidFill>
                  <a:srgbClr val="FFFFFF"/>
                </a:solidFill>
                <a:latin typeface="Arial Narrow"/>
                <a:cs typeface="Arial Narrow"/>
              </a:rPr>
              <a:t>detect</a:t>
            </a:r>
            <a:r>
              <a:rPr dirty="0" sz="3600" spc="27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600" spc="420">
                <a:solidFill>
                  <a:srgbClr val="FFFFFF"/>
                </a:solidFill>
                <a:latin typeface="Arial Narrow"/>
                <a:cs typeface="Arial Narrow"/>
              </a:rPr>
              <a:t>emotions </a:t>
            </a:r>
            <a:r>
              <a:rPr dirty="0" sz="3600" spc="590">
                <a:solidFill>
                  <a:srgbClr val="FFFFFF"/>
                </a:solidFill>
                <a:latin typeface="Arial Narrow"/>
                <a:cs typeface="Arial Narrow"/>
              </a:rPr>
              <a:t>from</a:t>
            </a:r>
            <a:r>
              <a:rPr dirty="0" sz="3600" spc="16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600" spc="395">
                <a:solidFill>
                  <a:srgbClr val="FFFFFF"/>
                </a:solidFill>
                <a:latin typeface="Arial Narrow"/>
                <a:cs typeface="Arial Narrow"/>
              </a:rPr>
              <a:t>text.</a:t>
            </a:r>
            <a:endParaRPr sz="3600">
              <a:latin typeface="Arial Narrow"/>
              <a:cs typeface="Arial Narrow"/>
            </a:endParaRPr>
          </a:p>
          <a:p>
            <a:pPr marL="12700" marR="5080">
              <a:lnSpc>
                <a:spcPct val="116300"/>
              </a:lnSpc>
              <a:tabLst>
                <a:tab pos="1056005" algn="l"/>
                <a:tab pos="2840990" algn="l"/>
                <a:tab pos="4178300" algn="l"/>
                <a:tab pos="6320790" algn="l"/>
                <a:tab pos="6927215" algn="l"/>
                <a:tab pos="7914005" algn="l"/>
                <a:tab pos="9065895" algn="l"/>
                <a:tab pos="10135870" algn="l"/>
                <a:tab pos="11980545" algn="l"/>
                <a:tab pos="12539980" algn="l"/>
              </a:tabLst>
            </a:pPr>
            <a:r>
              <a:rPr dirty="0" sz="3600" spc="315">
                <a:solidFill>
                  <a:srgbClr val="FFFFFF"/>
                </a:solidFill>
                <a:latin typeface="Arial Narrow"/>
                <a:cs typeface="Arial Narrow"/>
              </a:rPr>
              <a:t>The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385">
                <a:solidFill>
                  <a:srgbClr val="FFFFFF"/>
                </a:solidFill>
                <a:latin typeface="Arial Narrow"/>
                <a:cs typeface="Arial Narrow"/>
              </a:rPr>
              <a:t>models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345">
                <a:solidFill>
                  <a:srgbClr val="FFFFFF"/>
                </a:solidFill>
                <a:latin typeface="Arial Narrow"/>
                <a:cs typeface="Arial Narrow"/>
              </a:rPr>
              <a:t>learn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490">
                <a:solidFill>
                  <a:srgbClr val="FFFFFF"/>
                </a:solidFill>
                <a:latin typeface="Arial Narrow"/>
                <a:cs typeface="Arial Narrow"/>
              </a:rPr>
              <a:t>patterns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160">
                <a:solidFill>
                  <a:srgbClr val="FFFFFF"/>
                </a:solidFill>
                <a:latin typeface="Arial Narrow"/>
                <a:cs typeface="Arial Narrow"/>
              </a:rPr>
              <a:t>in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490">
                <a:solidFill>
                  <a:srgbClr val="FFFFFF"/>
                </a:solidFill>
                <a:latin typeface="Arial Narrow"/>
                <a:cs typeface="Arial Narrow"/>
              </a:rPr>
              <a:t>the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525">
                <a:solidFill>
                  <a:srgbClr val="FFFFFF"/>
                </a:solidFill>
                <a:latin typeface="Arial Narrow"/>
                <a:cs typeface="Arial Narrow"/>
              </a:rPr>
              <a:t>text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434">
                <a:solidFill>
                  <a:srgbClr val="FFFFFF"/>
                </a:solidFill>
                <a:latin typeface="Arial Narrow"/>
                <a:cs typeface="Arial Narrow"/>
              </a:rPr>
              <a:t>and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325">
                <a:solidFill>
                  <a:srgbClr val="FFFFFF"/>
                </a:solidFill>
                <a:latin typeface="Arial Narrow"/>
                <a:cs typeface="Arial Narrow"/>
              </a:rPr>
              <a:t>classify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385">
                <a:solidFill>
                  <a:srgbClr val="FFFFFF"/>
                </a:solidFill>
                <a:latin typeface="Arial Narrow"/>
                <a:cs typeface="Arial Narrow"/>
              </a:rPr>
              <a:t>it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375">
                <a:solidFill>
                  <a:srgbClr val="FFFFFF"/>
                </a:solidFill>
                <a:latin typeface="Arial Narrow"/>
                <a:cs typeface="Arial Narrow"/>
              </a:rPr>
              <a:t>into </a:t>
            </a:r>
            <a:r>
              <a:rPr dirty="0" sz="3600" spc="340">
                <a:solidFill>
                  <a:srgbClr val="FFFFFF"/>
                </a:solidFill>
                <a:latin typeface="Arial Narrow"/>
                <a:cs typeface="Arial Narrow"/>
              </a:rPr>
              <a:t>multiple</a:t>
            </a:r>
            <a:r>
              <a:rPr dirty="0" sz="3600" spc="17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600" spc="430">
                <a:solidFill>
                  <a:srgbClr val="FFFFFF"/>
                </a:solidFill>
                <a:latin typeface="Arial Narrow"/>
                <a:cs typeface="Arial Narrow"/>
              </a:rPr>
              <a:t>emotions</a:t>
            </a:r>
            <a:r>
              <a:rPr dirty="0" sz="3600" spc="17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600" spc="110">
                <a:solidFill>
                  <a:srgbClr val="FFFFFF"/>
                </a:solidFill>
                <a:latin typeface="Arial Narrow"/>
                <a:cs typeface="Arial Narrow"/>
              </a:rPr>
              <a:t>like</a:t>
            </a:r>
            <a:r>
              <a:rPr dirty="0" sz="3600" spc="17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600" spc="245">
                <a:solidFill>
                  <a:srgbClr val="FFFFFF"/>
                </a:solidFill>
                <a:latin typeface="Arial Narrow"/>
                <a:cs typeface="Arial Narrow"/>
              </a:rPr>
              <a:t>joy,</a:t>
            </a:r>
            <a:r>
              <a:rPr dirty="0" sz="3600" spc="17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600" spc="325">
                <a:solidFill>
                  <a:srgbClr val="FFFFFF"/>
                </a:solidFill>
                <a:latin typeface="Arial Narrow"/>
                <a:cs typeface="Arial Narrow"/>
              </a:rPr>
              <a:t>anger,</a:t>
            </a:r>
            <a:r>
              <a:rPr dirty="0" sz="3600" spc="17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600" spc="300">
                <a:solidFill>
                  <a:srgbClr val="FFFFFF"/>
                </a:solidFill>
                <a:latin typeface="Arial Narrow"/>
                <a:cs typeface="Arial Narrow"/>
              </a:rPr>
              <a:t>sadness,</a:t>
            </a:r>
            <a:r>
              <a:rPr dirty="0" sz="3600" spc="17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600" spc="355">
                <a:solidFill>
                  <a:srgbClr val="FFFFFF"/>
                </a:solidFill>
                <a:latin typeface="Arial Narrow"/>
                <a:cs typeface="Arial Narrow"/>
              </a:rPr>
              <a:t>etc.</a:t>
            </a:r>
            <a:endParaRPr sz="3600">
              <a:latin typeface="Arial Narrow"/>
              <a:cs typeface="Arial Narrow"/>
            </a:endParaRPr>
          </a:p>
          <a:p>
            <a:pPr marL="12700" marR="5080">
              <a:lnSpc>
                <a:spcPct val="116300"/>
              </a:lnSpc>
              <a:tabLst>
                <a:tab pos="2401570" algn="l"/>
                <a:tab pos="3260725" algn="l"/>
                <a:tab pos="5172075" algn="l"/>
                <a:tab pos="6670675" algn="l"/>
                <a:tab pos="8696325" algn="l"/>
                <a:tab pos="11558270" algn="l"/>
              </a:tabLst>
            </a:pPr>
            <a:r>
              <a:rPr dirty="0" sz="3600" spc="325">
                <a:solidFill>
                  <a:srgbClr val="FFFFFF"/>
                </a:solidFill>
                <a:latin typeface="Arial Narrow"/>
                <a:cs typeface="Arial Narrow"/>
              </a:rPr>
              <a:t>Examples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580">
                <a:solidFill>
                  <a:srgbClr val="FFFFFF"/>
                </a:solidFill>
                <a:latin typeface="Arial Narrow"/>
                <a:cs typeface="Arial Narrow"/>
              </a:rPr>
              <a:t>of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385">
                <a:solidFill>
                  <a:srgbClr val="FFFFFF"/>
                </a:solidFill>
                <a:latin typeface="Arial Narrow"/>
                <a:cs typeface="Arial Narrow"/>
              </a:rPr>
              <a:t>models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270">
                <a:solidFill>
                  <a:srgbClr val="FFFFFF"/>
                </a:solidFill>
                <a:latin typeface="Arial Narrow"/>
                <a:cs typeface="Arial Narrow"/>
              </a:rPr>
              <a:t>used: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335">
                <a:solidFill>
                  <a:srgbClr val="FFFFFF"/>
                </a:solidFill>
                <a:latin typeface="Arial Narrow"/>
                <a:cs typeface="Arial Narrow"/>
              </a:rPr>
              <a:t>Logistic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315">
                <a:solidFill>
                  <a:srgbClr val="FFFFFF"/>
                </a:solidFill>
                <a:latin typeface="Arial Narrow"/>
                <a:cs typeface="Arial Narrow"/>
              </a:rPr>
              <a:t>Regression,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465">
                <a:solidFill>
                  <a:srgbClr val="FFFFFF"/>
                </a:solidFill>
                <a:latin typeface="Arial Narrow"/>
                <a:cs typeface="Arial Narrow"/>
              </a:rPr>
              <a:t>Random </a:t>
            </a:r>
            <a:r>
              <a:rPr dirty="0" sz="3600" spc="345">
                <a:solidFill>
                  <a:srgbClr val="FFFFFF"/>
                </a:solidFill>
                <a:latin typeface="Arial Narrow"/>
                <a:cs typeface="Arial Narrow"/>
              </a:rPr>
              <a:t>Forest,</a:t>
            </a:r>
            <a:r>
              <a:rPr dirty="0" sz="3600" spc="16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600" spc="220">
                <a:solidFill>
                  <a:srgbClr val="FFFFFF"/>
                </a:solidFill>
                <a:latin typeface="Arial Narrow"/>
                <a:cs typeface="Arial Narrow"/>
              </a:rPr>
              <a:t>LSTM,</a:t>
            </a:r>
            <a:r>
              <a:rPr dirty="0" sz="3600" spc="16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600" spc="75">
                <a:solidFill>
                  <a:srgbClr val="FFFFFF"/>
                </a:solidFill>
                <a:latin typeface="Arial Narrow"/>
                <a:cs typeface="Arial Narrow"/>
              </a:rPr>
              <a:t>BERT.</a:t>
            </a:r>
            <a:endParaRPr sz="3600">
              <a:latin typeface="Arial Narrow"/>
              <a:cs typeface="Arial Narrow"/>
            </a:endParaRPr>
          </a:p>
          <a:p>
            <a:pPr marL="12700" marR="5080">
              <a:lnSpc>
                <a:spcPct val="116300"/>
              </a:lnSpc>
              <a:tabLst>
                <a:tab pos="881380" algn="l"/>
                <a:tab pos="2214880" algn="l"/>
                <a:tab pos="2929255" algn="l"/>
                <a:tab pos="4782185" algn="l"/>
                <a:tab pos="6106160" algn="l"/>
                <a:tab pos="8219440" algn="l"/>
                <a:tab pos="8921115" algn="l"/>
                <a:tab pos="10041255" algn="l"/>
                <a:tab pos="11699875" algn="l"/>
              </a:tabLst>
            </a:pPr>
            <a:r>
              <a:rPr dirty="0" sz="3600" spc="420">
                <a:solidFill>
                  <a:srgbClr val="FFFFFF"/>
                </a:solidFill>
                <a:latin typeface="Arial Narrow"/>
                <a:cs typeface="Arial Narrow"/>
              </a:rPr>
              <a:t>ML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290">
                <a:solidFill>
                  <a:srgbClr val="FFFFFF"/>
                </a:solidFill>
                <a:latin typeface="Arial Narrow"/>
                <a:cs typeface="Arial Narrow"/>
              </a:rPr>
              <a:t>helps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620">
                <a:solidFill>
                  <a:srgbClr val="FFFFFF"/>
                </a:solidFill>
                <a:latin typeface="Arial Narrow"/>
                <a:cs typeface="Arial Narrow"/>
              </a:rPr>
              <a:t>to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350">
                <a:solidFill>
                  <a:srgbClr val="FFFFFF"/>
                </a:solidFill>
                <a:latin typeface="Arial Narrow"/>
                <a:cs typeface="Arial Narrow"/>
              </a:rPr>
              <a:t>analyze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375">
                <a:solidFill>
                  <a:srgbClr val="FFFFFF"/>
                </a:solidFill>
                <a:latin typeface="Arial Narrow"/>
                <a:cs typeface="Arial Narrow"/>
              </a:rPr>
              <a:t>large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475">
                <a:solidFill>
                  <a:srgbClr val="FFFFFF"/>
                </a:solidFill>
                <a:latin typeface="Arial Narrow"/>
                <a:cs typeface="Arial Narrow"/>
              </a:rPr>
              <a:t>amounts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580">
                <a:solidFill>
                  <a:srgbClr val="FFFFFF"/>
                </a:solidFill>
                <a:latin typeface="Arial Narrow"/>
                <a:cs typeface="Arial Narrow"/>
              </a:rPr>
              <a:t>of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525">
                <a:solidFill>
                  <a:srgbClr val="FFFFFF"/>
                </a:solidFill>
                <a:latin typeface="Arial Narrow"/>
                <a:cs typeface="Arial Narrow"/>
              </a:rPr>
              <a:t>text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290">
                <a:solidFill>
                  <a:srgbClr val="FFFFFF"/>
                </a:solidFill>
                <a:latin typeface="Arial Narrow"/>
                <a:cs typeface="Arial Narrow"/>
              </a:rPr>
              <a:t>quickly</a:t>
            </a:r>
            <a:r>
              <a:rPr dirty="0" sz="3600">
                <a:solidFill>
                  <a:srgbClr val="FFFFFF"/>
                </a:solidFill>
                <a:latin typeface="Arial Narrow"/>
                <a:cs typeface="Arial Narrow"/>
              </a:rPr>
              <a:t>	</a:t>
            </a:r>
            <a:r>
              <a:rPr dirty="0" sz="3600" spc="500">
                <a:solidFill>
                  <a:srgbClr val="FFFFFF"/>
                </a:solidFill>
                <a:latin typeface="Arial Narrow"/>
                <a:cs typeface="Arial Narrow"/>
              </a:rPr>
              <a:t>without </a:t>
            </a:r>
            <a:r>
              <a:rPr dirty="0" sz="3600" spc="385">
                <a:solidFill>
                  <a:srgbClr val="FFFFFF"/>
                </a:solidFill>
                <a:latin typeface="Arial Narrow"/>
                <a:cs typeface="Arial Narrow"/>
              </a:rPr>
              <a:t>manual</a:t>
            </a:r>
            <a:r>
              <a:rPr dirty="0" sz="3600" spc="16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3600" spc="480">
                <a:solidFill>
                  <a:srgbClr val="FFFFFF"/>
                </a:solidFill>
                <a:latin typeface="Arial Narrow"/>
                <a:cs typeface="Arial Narrow"/>
              </a:rPr>
              <a:t>effort.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6451355" y="9233727"/>
            <a:ext cx="977265" cy="267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05"/>
              </a:lnSpc>
            </a:pPr>
            <a:r>
              <a:rPr dirty="0" sz="1900" spc="240">
                <a:solidFill>
                  <a:srgbClr val="FFFFFF"/>
                </a:solidFill>
                <a:latin typeface="Arial Narrow"/>
                <a:cs typeface="Arial Narrow"/>
              </a:rPr>
              <a:t>page</a:t>
            </a:r>
            <a:r>
              <a:rPr dirty="0" sz="1900" spc="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900" spc="375">
                <a:solidFill>
                  <a:srgbClr val="FFFFFF"/>
                </a:solidFill>
                <a:latin typeface="Arial Narrow"/>
                <a:cs typeface="Arial Narrow"/>
              </a:rPr>
              <a:t>09</a:t>
            </a:r>
            <a:endParaRPr sz="19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570409" y="3835548"/>
            <a:ext cx="7407909" cy="18300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800" spc="1075">
                <a:solidFill>
                  <a:srgbClr val="FFFFFF"/>
                </a:solidFill>
                <a:latin typeface="Arial Narrow"/>
                <a:cs typeface="Arial Narrow"/>
              </a:rPr>
              <a:t>Thank</a:t>
            </a:r>
            <a:r>
              <a:rPr dirty="0" sz="11800" spc="-685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1800" spc="-1495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11800" spc="-204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1800" spc="-210" b="1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11800" spc="-200" b="1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6451355" y="9233727"/>
            <a:ext cx="933450" cy="267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05"/>
              </a:lnSpc>
            </a:pPr>
            <a:r>
              <a:rPr dirty="0" sz="1900" spc="240">
                <a:solidFill>
                  <a:srgbClr val="FFFFFF"/>
                </a:solidFill>
                <a:latin typeface="Arial Narrow"/>
                <a:cs typeface="Arial Narrow"/>
              </a:rPr>
              <a:t>page</a:t>
            </a:r>
            <a:r>
              <a:rPr dirty="0" sz="1900" spc="8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dirty="0" sz="1900" spc="204">
                <a:solidFill>
                  <a:srgbClr val="FFFFFF"/>
                </a:solidFill>
                <a:latin typeface="Arial Narrow"/>
                <a:cs typeface="Arial Narrow"/>
              </a:rPr>
              <a:t>10</a:t>
            </a:r>
            <a:endParaRPr sz="19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229"/>
              <a:t>end</a:t>
            </a:r>
            <a:r>
              <a:rPr dirty="0" sz="1900" spc="85"/>
              <a:t> </a:t>
            </a:r>
            <a:r>
              <a:rPr dirty="0" sz="1900" spc="125"/>
              <a:t>slide</a:t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Garima Jain</dc:creator>
  <cp:keywords>DAHDG4Nxr_8,BAGTP8jNrvw,0</cp:keywords>
  <dc:title>INTERNS</dc:title>
  <dcterms:created xsi:type="dcterms:W3CDTF">2026-03-09T04:24:13Z</dcterms:created>
  <dcterms:modified xsi:type="dcterms:W3CDTF">2026-03-09T04:24:13Z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2026-03-05T00:00:00Z</vt:filetime>
  </property>
  <property fmtid="{D5CDD505-2E9C-101B-9397-08002B2CF9AE}" pid="3" name="Creator">
    <vt:lpwstr>Canva</vt:lpwstr>
  </property>
  <property fmtid="{D5CDD505-2E9C-101B-9397-08002B2CF9AE}" pid="4" name="LastSaved">
    <vt:filetime>2026-03-09T00:00:00Z</vt:filetime>
  </property>
  <property fmtid="{D5CDD505-2E9C-101B-9397-08002B2CF9AE}" pid="5" name="Producer">
    <vt:lpwstr>3-Heights(TM) PDF Security Shell 4.8.25.2 (http://www.pdf-tools.com)</vt:lpwstr>
  </property>
</Properties>
</file>